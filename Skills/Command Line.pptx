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18288000" cy="10287000"/>
  <p:embeddedFontLst>
    <p:embeddedFont>
      <p:font typeface="Tahom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j49u+ouduMipEIKKf6AoN1V3YL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Tahoma-bold.fntdata"/><Relationship Id="rId12" Type="http://schemas.openxmlformats.org/officeDocument/2006/relationships/slide" Target="slides/slide7.xml"/><Relationship Id="rId34" Type="http://schemas.openxmlformats.org/officeDocument/2006/relationships/font" Target="fonts/Tahoma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961d81c8_1_1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g382961d81c8_1_1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29e3d6160_0_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29e3d6160_0_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12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5" name="Google Shape;405;p14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15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6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2" name="Google Shape;452;p16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829e3d6160_0_14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g3829e3d6160_0_143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275774ac70_0_10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g3275774ac70_0_10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873e7e24e9_0_7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873e7e24e9_0_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p18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873e7e24e9_0_1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873e7e24e9_0_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pwd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(depends on your pwd but the ending should be) ../Desktop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mkdir InformaticsStudent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InformaticsStudent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mkdir AT Year1 and touch Me.txt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Year1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touch IntroductionToComputation 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..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AT and mkdir F-1 FO F2 F3 FS F6 F7 F8 F9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.. cd Year1 rm [OOP or IntroductionToComputation]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.. cd AT rm -rf F7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nano Me.txt Hello I'm an Informatics Student and I'm proud of it!:) optionO optionX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cd .. rm -rf InformaticsStudent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f9475c7805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g3f9475c7805_0_0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829e3d6160_0_8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g3829e3d6160_0_89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829e3d6160_0_21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g3829e3d6160_0_216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275774ac70_0_11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2" name="Google Shape;572;g3275774ac70_0_118:notes"/>
          <p:cNvSpPr/>
          <p:nvPr>
            <p:ph idx="2" type="sldImg"/>
          </p:nvPr>
        </p:nvSpPr>
        <p:spPr>
          <a:xfrm>
            <a:off x="3048600" y="771525"/>
            <a:ext cx="121926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0415896" cy="793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43" y="188873"/>
            <a:ext cx="7810028" cy="1009810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1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28108"/>
            <a:ext cx="4016107" cy="4058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9330" y="0"/>
            <a:ext cx="10758669" cy="476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ctrTitle"/>
          </p:nvPr>
        </p:nvSpPr>
        <p:spPr>
          <a:xfrm>
            <a:off x="4120669" y="3307715"/>
            <a:ext cx="10046660" cy="343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subTitle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42216" y="0"/>
            <a:ext cx="3645783" cy="6851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98720"/>
            <a:ext cx="2358714" cy="398827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5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2089287" y="2380888"/>
            <a:ext cx="6375400" cy="69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275774ac70_0_83"/>
          <p:cNvSpPr txBox="1"/>
          <p:nvPr>
            <p:ph type="title"/>
          </p:nvPr>
        </p:nvSpPr>
        <p:spPr>
          <a:xfrm>
            <a:off x="1259682" y="685800"/>
            <a:ext cx="58983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68550" lIns="137150" spcFirstLastPara="1" rIns="137150" wrap="square" tIns="68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275774ac70_0_83"/>
          <p:cNvSpPr txBox="1"/>
          <p:nvPr>
            <p:ph idx="1" type="body"/>
          </p:nvPr>
        </p:nvSpPr>
        <p:spPr>
          <a:xfrm>
            <a:off x="7774782" y="1481138"/>
            <a:ext cx="9258300" cy="73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0" name="Google Shape;50;g3275774ac70_0_83"/>
          <p:cNvSpPr txBox="1"/>
          <p:nvPr>
            <p:ph idx="2" type="body"/>
          </p:nvPr>
        </p:nvSpPr>
        <p:spPr>
          <a:xfrm>
            <a:off x="1259682" y="3086100"/>
            <a:ext cx="5898300" cy="57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51" name="Google Shape;51;g3275774ac70_0_83"/>
          <p:cNvSpPr txBox="1"/>
          <p:nvPr>
            <p:ph idx="10" type="dt"/>
          </p:nvPr>
        </p:nvSpPr>
        <p:spPr>
          <a:xfrm>
            <a:off x="1257300" y="9534525"/>
            <a:ext cx="41148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275774ac70_0_83"/>
          <p:cNvSpPr txBox="1"/>
          <p:nvPr>
            <p:ph idx="11" type="ftr"/>
          </p:nvPr>
        </p:nvSpPr>
        <p:spPr>
          <a:xfrm>
            <a:off x="6057900" y="9534525"/>
            <a:ext cx="61722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275774ac70_0_83"/>
          <p:cNvSpPr txBox="1"/>
          <p:nvPr>
            <p:ph idx="12" type="sldNum"/>
          </p:nvPr>
        </p:nvSpPr>
        <p:spPr>
          <a:xfrm>
            <a:off x="12915900" y="9534525"/>
            <a:ext cx="411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50" lIns="137150" spcFirstLastPara="1" rIns="137150" wrap="square" tIns="6855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466725" y="3087919"/>
            <a:ext cx="807720" cy="807720"/>
          </a:xfrm>
          <a:custGeom>
            <a:rect b="b" l="l" r="r" t="t"/>
            <a:pathLst>
              <a:path extrusionOk="0" h="807720" w="807719">
                <a:moveTo>
                  <a:pt x="807409" y="807182"/>
                </a:moveTo>
                <a:lnTo>
                  <a:pt x="0" y="0"/>
                </a:lnTo>
                <a:lnTo>
                  <a:pt x="807409" y="0"/>
                </a:lnTo>
                <a:lnTo>
                  <a:pt x="807409" y="807182"/>
                </a:lnTo>
                <a:close/>
              </a:path>
            </a:pathLst>
          </a:custGeom>
          <a:solidFill>
            <a:srgbClr val="314ED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0"/>
          <p:cNvSpPr/>
          <p:nvPr/>
        </p:nvSpPr>
        <p:spPr>
          <a:xfrm>
            <a:off x="466725" y="1067486"/>
            <a:ext cx="6239510" cy="2129155"/>
          </a:xfrm>
          <a:custGeom>
            <a:rect b="b" l="l" r="r" t="t"/>
            <a:pathLst>
              <a:path extrusionOk="0" h="2129155" w="6239509">
                <a:moveTo>
                  <a:pt x="5351410" y="2128928"/>
                </a:moveTo>
                <a:lnTo>
                  <a:pt x="121325" y="2128928"/>
                </a:lnTo>
                <a:lnTo>
                  <a:pt x="74099" y="2119394"/>
                </a:lnTo>
                <a:lnTo>
                  <a:pt x="35534" y="2093396"/>
                </a:lnTo>
                <a:lnTo>
                  <a:pt x="9533" y="2054837"/>
                </a:lnTo>
                <a:lnTo>
                  <a:pt x="0" y="2007621"/>
                </a:lnTo>
                <a:lnTo>
                  <a:pt x="0" y="714509"/>
                </a:lnTo>
                <a:lnTo>
                  <a:pt x="1648" y="665589"/>
                </a:lnTo>
                <a:lnTo>
                  <a:pt x="6524" y="617553"/>
                </a:lnTo>
                <a:lnTo>
                  <a:pt x="14520" y="570509"/>
                </a:lnTo>
                <a:lnTo>
                  <a:pt x="25529" y="524562"/>
                </a:lnTo>
                <a:lnTo>
                  <a:pt x="39446" y="479820"/>
                </a:lnTo>
                <a:lnTo>
                  <a:pt x="56164" y="436388"/>
                </a:lnTo>
                <a:lnTo>
                  <a:pt x="75577" y="394372"/>
                </a:lnTo>
                <a:lnTo>
                  <a:pt x="97577" y="353880"/>
                </a:lnTo>
                <a:lnTo>
                  <a:pt x="122059" y="315018"/>
                </a:lnTo>
                <a:lnTo>
                  <a:pt x="148917" y="277891"/>
                </a:lnTo>
                <a:lnTo>
                  <a:pt x="178043" y="242608"/>
                </a:lnTo>
                <a:lnTo>
                  <a:pt x="209331" y="209273"/>
                </a:lnTo>
                <a:lnTo>
                  <a:pt x="242676" y="177993"/>
                </a:lnTo>
                <a:lnTo>
                  <a:pt x="277969" y="148875"/>
                </a:lnTo>
                <a:lnTo>
                  <a:pt x="315106" y="122025"/>
                </a:lnTo>
                <a:lnTo>
                  <a:pt x="353980" y="97550"/>
                </a:lnTo>
                <a:lnTo>
                  <a:pt x="394483" y="75556"/>
                </a:lnTo>
                <a:lnTo>
                  <a:pt x="436510" y="56149"/>
                </a:lnTo>
                <a:lnTo>
                  <a:pt x="479954" y="39435"/>
                </a:lnTo>
                <a:lnTo>
                  <a:pt x="524710" y="25522"/>
                </a:lnTo>
                <a:lnTo>
                  <a:pt x="570669" y="14516"/>
                </a:lnTo>
                <a:lnTo>
                  <a:pt x="617727" y="6522"/>
                </a:lnTo>
                <a:lnTo>
                  <a:pt x="665776" y="1648"/>
                </a:lnTo>
                <a:lnTo>
                  <a:pt x="714710" y="0"/>
                </a:lnTo>
                <a:lnTo>
                  <a:pt x="5351410" y="0"/>
                </a:lnTo>
                <a:lnTo>
                  <a:pt x="5400109" y="1312"/>
                </a:lnTo>
                <a:lnTo>
                  <a:pt x="5448121" y="5206"/>
                </a:lnTo>
                <a:lnTo>
                  <a:pt x="5495379" y="11613"/>
                </a:lnTo>
                <a:lnTo>
                  <a:pt x="5541816" y="20466"/>
                </a:lnTo>
                <a:lnTo>
                  <a:pt x="5587363" y="31696"/>
                </a:lnTo>
                <a:lnTo>
                  <a:pt x="5631953" y="45237"/>
                </a:lnTo>
                <a:lnTo>
                  <a:pt x="5675519" y="61020"/>
                </a:lnTo>
                <a:lnTo>
                  <a:pt x="5717991" y="78978"/>
                </a:lnTo>
                <a:lnTo>
                  <a:pt x="5759304" y="99043"/>
                </a:lnTo>
                <a:lnTo>
                  <a:pt x="5799389" y="121148"/>
                </a:lnTo>
                <a:lnTo>
                  <a:pt x="5838178" y="145224"/>
                </a:lnTo>
                <a:lnTo>
                  <a:pt x="5875604" y="171205"/>
                </a:lnTo>
                <a:lnTo>
                  <a:pt x="5911599" y="199022"/>
                </a:lnTo>
                <a:lnTo>
                  <a:pt x="5946095" y="228608"/>
                </a:lnTo>
                <a:lnTo>
                  <a:pt x="5979025" y="259895"/>
                </a:lnTo>
                <a:lnTo>
                  <a:pt x="6010321" y="292816"/>
                </a:lnTo>
                <a:lnTo>
                  <a:pt x="6039915" y="327303"/>
                </a:lnTo>
                <a:lnTo>
                  <a:pt x="6067741" y="363288"/>
                </a:lnTo>
                <a:lnTo>
                  <a:pt x="6093729" y="400703"/>
                </a:lnTo>
                <a:lnTo>
                  <a:pt x="6117812" y="439481"/>
                </a:lnTo>
                <a:lnTo>
                  <a:pt x="6139923" y="479555"/>
                </a:lnTo>
                <a:lnTo>
                  <a:pt x="6159993" y="520856"/>
                </a:lnTo>
                <a:lnTo>
                  <a:pt x="6177956" y="563317"/>
                </a:lnTo>
                <a:lnTo>
                  <a:pt x="6193744" y="606870"/>
                </a:lnTo>
                <a:lnTo>
                  <a:pt x="6207288" y="651447"/>
                </a:lnTo>
                <a:lnTo>
                  <a:pt x="6218522" y="696982"/>
                </a:lnTo>
                <a:lnTo>
                  <a:pt x="6227377" y="743405"/>
                </a:lnTo>
                <a:lnTo>
                  <a:pt x="6233786" y="790650"/>
                </a:lnTo>
                <a:lnTo>
                  <a:pt x="6237681" y="838649"/>
                </a:lnTo>
                <a:lnTo>
                  <a:pt x="6238994" y="887335"/>
                </a:lnTo>
                <a:lnTo>
                  <a:pt x="6238994" y="1241578"/>
                </a:lnTo>
                <a:lnTo>
                  <a:pt x="6237681" y="1290264"/>
                </a:lnTo>
                <a:lnTo>
                  <a:pt x="6233786" y="1338265"/>
                </a:lnTo>
                <a:lnTo>
                  <a:pt x="6227377" y="1385511"/>
                </a:lnTo>
                <a:lnTo>
                  <a:pt x="6218522" y="1431936"/>
                </a:lnTo>
                <a:lnTo>
                  <a:pt x="6207288" y="1477471"/>
                </a:lnTo>
                <a:lnTo>
                  <a:pt x="6193744" y="1522050"/>
                </a:lnTo>
                <a:lnTo>
                  <a:pt x="6177956" y="1565604"/>
                </a:lnTo>
                <a:lnTo>
                  <a:pt x="6159993" y="1608066"/>
                </a:lnTo>
                <a:lnTo>
                  <a:pt x="6139923" y="1649367"/>
                </a:lnTo>
                <a:lnTo>
                  <a:pt x="6117812" y="1689442"/>
                </a:lnTo>
                <a:lnTo>
                  <a:pt x="6093729" y="1728221"/>
                </a:lnTo>
                <a:lnTo>
                  <a:pt x="6067741" y="1765636"/>
                </a:lnTo>
                <a:lnTo>
                  <a:pt x="6039915" y="1801622"/>
                </a:lnTo>
                <a:lnTo>
                  <a:pt x="6010321" y="1836109"/>
                </a:lnTo>
                <a:lnTo>
                  <a:pt x="5979025" y="1869030"/>
                </a:lnTo>
                <a:lnTo>
                  <a:pt x="5946095" y="1900318"/>
                </a:lnTo>
                <a:lnTo>
                  <a:pt x="5911599" y="1929904"/>
                </a:lnTo>
                <a:lnTo>
                  <a:pt x="5875604" y="1957722"/>
                </a:lnTo>
                <a:lnTo>
                  <a:pt x="5838178" y="1983703"/>
                </a:lnTo>
                <a:lnTo>
                  <a:pt x="5799389" y="2007779"/>
                </a:lnTo>
                <a:lnTo>
                  <a:pt x="5759304" y="2029884"/>
                </a:lnTo>
                <a:lnTo>
                  <a:pt x="5717991" y="2049949"/>
                </a:lnTo>
                <a:lnTo>
                  <a:pt x="5675519" y="2067907"/>
                </a:lnTo>
                <a:lnTo>
                  <a:pt x="5631953" y="2083691"/>
                </a:lnTo>
                <a:lnTo>
                  <a:pt x="5587363" y="2097231"/>
                </a:lnTo>
                <a:lnTo>
                  <a:pt x="5541816" y="2108462"/>
                </a:lnTo>
                <a:lnTo>
                  <a:pt x="5495379" y="2117314"/>
                </a:lnTo>
                <a:lnTo>
                  <a:pt x="5448121" y="2123721"/>
                </a:lnTo>
                <a:lnTo>
                  <a:pt x="5400109" y="2127615"/>
                </a:lnTo>
                <a:lnTo>
                  <a:pt x="5351410" y="2128928"/>
                </a:lnTo>
                <a:close/>
              </a:path>
            </a:pathLst>
          </a:custGeom>
          <a:solidFill>
            <a:srgbClr val="37B5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20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" type="body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Relationship Id="rId4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1.png"/><Relationship Id="rId4" Type="http://schemas.openxmlformats.org/officeDocument/2006/relationships/image" Target="../media/image35.png"/><Relationship Id="rId5" Type="http://schemas.openxmlformats.org/officeDocument/2006/relationships/image" Target="../media/image53.png"/><Relationship Id="rId6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title"/>
          </p:nvPr>
        </p:nvSpPr>
        <p:spPr>
          <a:xfrm>
            <a:off x="1376039" y="2794645"/>
            <a:ext cx="6835140" cy="268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02575">
            <a:spAutoFit/>
          </a:bodyPr>
          <a:lstStyle/>
          <a:p>
            <a:pPr indent="0" lvl="0" marL="12700" marR="5080" rtl="0" algn="l">
              <a:lnSpc>
                <a:spcPct val="74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0">
                <a:solidFill>
                  <a:srgbClr val="FFFFFF"/>
                </a:solidFill>
              </a:rPr>
              <a:t>Command Line</a:t>
            </a:r>
            <a:endParaRPr sz="10000"/>
          </a:p>
        </p:txBody>
      </p:sp>
      <p:grpSp>
        <p:nvGrpSpPr>
          <p:cNvPr id="59" name="Google Shape;59;p1"/>
          <p:cNvGrpSpPr/>
          <p:nvPr/>
        </p:nvGrpSpPr>
        <p:grpSpPr>
          <a:xfrm>
            <a:off x="9575582" y="-10000"/>
            <a:ext cx="8712419" cy="10296997"/>
            <a:chOff x="9575582" y="-10000"/>
            <a:chExt cx="8712419" cy="10296997"/>
          </a:xfrm>
        </p:grpSpPr>
        <p:pic>
          <p:nvPicPr>
            <p:cNvPr id="60" name="Google Shape;60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575582" y="3833596"/>
              <a:ext cx="8712419" cy="6453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1"/>
            <p:cNvSpPr/>
            <p:nvPr/>
          </p:nvSpPr>
          <p:spPr>
            <a:xfrm>
              <a:off x="12633928" y="5854168"/>
              <a:ext cx="4624705" cy="3400425"/>
            </a:xfrm>
            <a:custGeom>
              <a:rect b="b" l="l" r="r" t="t"/>
              <a:pathLst>
                <a:path extrusionOk="0" h="3400425" w="4624705">
                  <a:moveTo>
                    <a:pt x="4502443" y="3400390"/>
                  </a:moveTo>
                  <a:lnTo>
                    <a:pt x="121673" y="3400390"/>
                  </a:lnTo>
                  <a:lnTo>
                    <a:pt x="74416" y="3390808"/>
                  </a:lnTo>
                  <a:lnTo>
                    <a:pt x="35729" y="3364716"/>
                  </a:lnTo>
                  <a:lnTo>
                    <a:pt x="9596" y="3326095"/>
                  </a:lnTo>
                  <a:lnTo>
                    <a:pt x="0" y="3278927"/>
                  </a:lnTo>
                  <a:lnTo>
                    <a:pt x="0" y="121463"/>
                  </a:lnTo>
                  <a:lnTo>
                    <a:pt x="9610" y="74281"/>
                  </a:lnTo>
                  <a:lnTo>
                    <a:pt x="35761" y="35661"/>
                  </a:lnTo>
                  <a:lnTo>
                    <a:pt x="74454" y="9577"/>
                  </a:lnTo>
                  <a:lnTo>
                    <a:pt x="121673" y="0"/>
                  </a:lnTo>
                  <a:lnTo>
                    <a:pt x="4502477" y="0"/>
                  </a:lnTo>
                  <a:lnTo>
                    <a:pt x="4549719" y="9577"/>
                  </a:lnTo>
                  <a:lnTo>
                    <a:pt x="4588404" y="35661"/>
                  </a:lnTo>
                  <a:lnTo>
                    <a:pt x="4614535" y="74281"/>
                  </a:lnTo>
                  <a:lnTo>
                    <a:pt x="4624117" y="121463"/>
                  </a:lnTo>
                  <a:lnTo>
                    <a:pt x="4624116" y="242892"/>
                  </a:lnTo>
                  <a:lnTo>
                    <a:pt x="243381" y="242892"/>
                  </a:lnTo>
                  <a:lnTo>
                    <a:pt x="243381" y="728677"/>
                  </a:lnTo>
                  <a:lnTo>
                    <a:pt x="4624111" y="728677"/>
                  </a:lnTo>
                  <a:lnTo>
                    <a:pt x="4624108" y="971501"/>
                  </a:lnTo>
                  <a:lnTo>
                    <a:pt x="243381" y="971501"/>
                  </a:lnTo>
                  <a:lnTo>
                    <a:pt x="243381" y="3157498"/>
                  </a:lnTo>
                  <a:lnTo>
                    <a:pt x="4624084" y="3157498"/>
                  </a:lnTo>
                  <a:lnTo>
                    <a:pt x="4624083" y="3278927"/>
                  </a:lnTo>
                  <a:lnTo>
                    <a:pt x="4614487" y="3326095"/>
                  </a:lnTo>
                  <a:lnTo>
                    <a:pt x="4588357" y="3364716"/>
                  </a:lnTo>
                  <a:lnTo>
                    <a:pt x="4549681" y="3390808"/>
                  </a:lnTo>
                  <a:lnTo>
                    <a:pt x="4502443" y="3400390"/>
                  </a:lnTo>
                  <a:close/>
                </a:path>
                <a:path extrusionOk="0" h="3400425" w="4624705">
                  <a:moveTo>
                    <a:pt x="4624111" y="728677"/>
                  </a:moveTo>
                  <a:lnTo>
                    <a:pt x="4380735" y="728677"/>
                  </a:lnTo>
                  <a:lnTo>
                    <a:pt x="4380735" y="242892"/>
                  </a:lnTo>
                  <a:lnTo>
                    <a:pt x="4624116" y="242892"/>
                  </a:lnTo>
                  <a:lnTo>
                    <a:pt x="4624111" y="728677"/>
                  </a:lnTo>
                  <a:close/>
                </a:path>
                <a:path extrusionOk="0" h="3400425" w="4624705">
                  <a:moveTo>
                    <a:pt x="4624084" y="3157498"/>
                  </a:moveTo>
                  <a:lnTo>
                    <a:pt x="4380735" y="3157498"/>
                  </a:lnTo>
                  <a:lnTo>
                    <a:pt x="4380735" y="971501"/>
                  </a:lnTo>
                  <a:lnTo>
                    <a:pt x="4624108" y="971501"/>
                  </a:lnTo>
                  <a:lnTo>
                    <a:pt x="4624084" y="31574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000789" y="6218490"/>
              <a:ext cx="243960" cy="242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365845" y="6218490"/>
              <a:ext cx="244029" cy="242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730935" y="6218490"/>
              <a:ext cx="243960" cy="2428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"/>
            <p:cNvSpPr/>
            <p:nvPr/>
          </p:nvSpPr>
          <p:spPr>
            <a:xfrm>
              <a:off x="13730326" y="7434236"/>
              <a:ext cx="2432685" cy="970280"/>
            </a:xfrm>
            <a:custGeom>
              <a:rect b="b" l="l" r="r" t="t"/>
              <a:pathLst>
                <a:path extrusionOk="0" h="970279" w="2432684">
                  <a:moveTo>
                    <a:pt x="728878" y="484466"/>
                  </a:moveTo>
                  <a:lnTo>
                    <a:pt x="716051" y="430237"/>
                  </a:lnTo>
                  <a:lnTo>
                    <a:pt x="680212" y="387350"/>
                  </a:lnTo>
                  <a:lnTo>
                    <a:pt x="193459" y="22999"/>
                  </a:lnTo>
                  <a:lnTo>
                    <a:pt x="149834" y="2349"/>
                  </a:lnTo>
                  <a:lnTo>
                    <a:pt x="103276" y="0"/>
                  </a:lnTo>
                  <a:lnTo>
                    <a:pt x="59207" y="15214"/>
                  </a:lnTo>
                  <a:lnTo>
                    <a:pt x="23088" y="47282"/>
                  </a:lnTo>
                  <a:lnTo>
                    <a:pt x="2349" y="90843"/>
                  </a:lnTo>
                  <a:lnTo>
                    <a:pt x="12" y="137337"/>
                  </a:lnTo>
                  <a:lnTo>
                    <a:pt x="15290" y="181317"/>
                  </a:lnTo>
                  <a:lnTo>
                    <a:pt x="47447" y="217297"/>
                  </a:lnTo>
                  <a:lnTo>
                    <a:pt x="404368" y="484466"/>
                  </a:lnTo>
                  <a:lnTo>
                    <a:pt x="47447" y="751611"/>
                  </a:lnTo>
                  <a:lnTo>
                    <a:pt x="15290" y="787603"/>
                  </a:lnTo>
                  <a:lnTo>
                    <a:pt x="0" y="831583"/>
                  </a:lnTo>
                  <a:lnTo>
                    <a:pt x="2336" y="878090"/>
                  </a:lnTo>
                  <a:lnTo>
                    <a:pt x="23088" y="921626"/>
                  </a:lnTo>
                  <a:lnTo>
                    <a:pt x="66916" y="957884"/>
                  </a:lnTo>
                  <a:lnTo>
                    <a:pt x="120573" y="970229"/>
                  </a:lnTo>
                  <a:lnTo>
                    <a:pt x="139560" y="968743"/>
                  </a:lnTo>
                  <a:lnTo>
                    <a:pt x="176415" y="956678"/>
                  </a:lnTo>
                  <a:lnTo>
                    <a:pt x="680212" y="581621"/>
                  </a:lnTo>
                  <a:lnTo>
                    <a:pt x="716064" y="538759"/>
                  </a:lnTo>
                  <a:lnTo>
                    <a:pt x="725601" y="512521"/>
                  </a:lnTo>
                  <a:lnTo>
                    <a:pt x="728878" y="484466"/>
                  </a:lnTo>
                  <a:close/>
                </a:path>
                <a:path extrusionOk="0" h="970279" w="2432684">
                  <a:moveTo>
                    <a:pt x="1215669" y="848829"/>
                  </a:moveTo>
                  <a:lnTo>
                    <a:pt x="1206093" y="801522"/>
                  </a:lnTo>
                  <a:lnTo>
                    <a:pt x="1180007" y="762927"/>
                  </a:lnTo>
                  <a:lnTo>
                    <a:pt x="1141310" y="736930"/>
                  </a:lnTo>
                  <a:lnTo>
                    <a:pt x="1093965" y="727392"/>
                  </a:lnTo>
                  <a:lnTo>
                    <a:pt x="850582" y="727392"/>
                  </a:lnTo>
                  <a:lnTo>
                    <a:pt x="803236" y="736917"/>
                  </a:lnTo>
                  <a:lnTo>
                    <a:pt x="764552" y="762914"/>
                  </a:lnTo>
                  <a:lnTo>
                    <a:pt x="738466" y="801509"/>
                  </a:lnTo>
                  <a:lnTo>
                    <a:pt x="728878" y="848829"/>
                  </a:lnTo>
                  <a:lnTo>
                    <a:pt x="738441" y="896124"/>
                  </a:lnTo>
                  <a:lnTo>
                    <a:pt x="764540" y="934707"/>
                  </a:lnTo>
                  <a:lnTo>
                    <a:pt x="803236" y="960704"/>
                  </a:lnTo>
                  <a:lnTo>
                    <a:pt x="850582" y="970229"/>
                  </a:lnTo>
                  <a:lnTo>
                    <a:pt x="1093965" y="970229"/>
                  </a:lnTo>
                  <a:lnTo>
                    <a:pt x="1141310" y="960691"/>
                  </a:lnTo>
                  <a:lnTo>
                    <a:pt x="1180007" y="934681"/>
                  </a:lnTo>
                  <a:lnTo>
                    <a:pt x="1206093" y="896099"/>
                  </a:lnTo>
                  <a:lnTo>
                    <a:pt x="1215669" y="848829"/>
                  </a:lnTo>
                  <a:close/>
                </a:path>
                <a:path extrusionOk="0" h="970279" w="2432684">
                  <a:moveTo>
                    <a:pt x="1824075" y="848829"/>
                  </a:moveTo>
                  <a:lnTo>
                    <a:pt x="1814512" y="801522"/>
                  </a:lnTo>
                  <a:lnTo>
                    <a:pt x="1788439" y="762927"/>
                  </a:lnTo>
                  <a:lnTo>
                    <a:pt x="1749767" y="736930"/>
                  </a:lnTo>
                  <a:lnTo>
                    <a:pt x="1702435" y="727392"/>
                  </a:lnTo>
                  <a:lnTo>
                    <a:pt x="1459014" y="727392"/>
                  </a:lnTo>
                  <a:lnTo>
                    <a:pt x="1411693" y="736917"/>
                  </a:lnTo>
                  <a:lnTo>
                    <a:pt x="1373022" y="762914"/>
                  </a:lnTo>
                  <a:lnTo>
                    <a:pt x="1346936" y="801509"/>
                  </a:lnTo>
                  <a:lnTo>
                    <a:pt x="1337348" y="848829"/>
                  </a:lnTo>
                  <a:lnTo>
                    <a:pt x="1346911" y="896124"/>
                  </a:lnTo>
                  <a:lnTo>
                    <a:pt x="1372997" y="934707"/>
                  </a:lnTo>
                  <a:lnTo>
                    <a:pt x="1411681" y="960704"/>
                  </a:lnTo>
                  <a:lnTo>
                    <a:pt x="1459014" y="970229"/>
                  </a:lnTo>
                  <a:lnTo>
                    <a:pt x="1702435" y="970229"/>
                  </a:lnTo>
                  <a:lnTo>
                    <a:pt x="1749767" y="960691"/>
                  </a:lnTo>
                  <a:lnTo>
                    <a:pt x="1788439" y="934681"/>
                  </a:lnTo>
                  <a:lnTo>
                    <a:pt x="1814525" y="896099"/>
                  </a:lnTo>
                  <a:lnTo>
                    <a:pt x="1824075" y="848829"/>
                  </a:lnTo>
                  <a:close/>
                </a:path>
                <a:path extrusionOk="0" h="970279" w="2432684">
                  <a:moveTo>
                    <a:pt x="2432545" y="848829"/>
                  </a:moveTo>
                  <a:lnTo>
                    <a:pt x="2422982" y="801522"/>
                  </a:lnTo>
                  <a:lnTo>
                    <a:pt x="2396909" y="762927"/>
                  </a:lnTo>
                  <a:lnTo>
                    <a:pt x="2358250" y="736930"/>
                  </a:lnTo>
                  <a:lnTo>
                    <a:pt x="2310904" y="727392"/>
                  </a:lnTo>
                  <a:lnTo>
                    <a:pt x="2067496" y="727392"/>
                  </a:lnTo>
                  <a:lnTo>
                    <a:pt x="2020150" y="736930"/>
                  </a:lnTo>
                  <a:lnTo>
                    <a:pt x="1981466" y="762927"/>
                  </a:lnTo>
                  <a:lnTo>
                    <a:pt x="1955380" y="801522"/>
                  </a:lnTo>
                  <a:lnTo>
                    <a:pt x="1945817" y="848829"/>
                  </a:lnTo>
                  <a:lnTo>
                    <a:pt x="1955380" y="896124"/>
                  </a:lnTo>
                  <a:lnTo>
                    <a:pt x="1981454" y="934707"/>
                  </a:lnTo>
                  <a:lnTo>
                    <a:pt x="2020138" y="960704"/>
                  </a:lnTo>
                  <a:lnTo>
                    <a:pt x="2067496" y="970229"/>
                  </a:lnTo>
                  <a:lnTo>
                    <a:pt x="2310866" y="970229"/>
                  </a:lnTo>
                  <a:lnTo>
                    <a:pt x="2358212" y="960691"/>
                  </a:lnTo>
                  <a:lnTo>
                    <a:pt x="2396896" y="934681"/>
                  </a:lnTo>
                  <a:lnTo>
                    <a:pt x="2422982" y="896099"/>
                  </a:lnTo>
                  <a:lnTo>
                    <a:pt x="2432545" y="8488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" name="Google Shape;66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09163" y="-10000"/>
              <a:ext cx="8078794" cy="33317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"/>
          <p:cNvSpPr txBox="1"/>
          <p:nvPr/>
        </p:nvSpPr>
        <p:spPr>
          <a:xfrm>
            <a:off x="431625" y="399650"/>
            <a:ext cx="87123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94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&lt;InfPALS/&gt;</a:t>
            </a:r>
            <a:endParaRPr b="0" i="0" sz="9400" u="none" cap="none" strike="noStrike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2961d81c8_1_11"/>
          <p:cNvSpPr txBox="1"/>
          <p:nvPr>
            <p:ph type="title"/>
          </p:nvPr>
        </p:nvSpPr>
        <p:spPr>
          <a:xfrm>
            <a:off x="1016000" y="1779705"/>
            <a:ext cx="101097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SHELL</a:t>
            </a:r>
            <a:endParaRPr/>
          </a:p>
        </p:txBody>
      </p:sp>
      <p:pic>
        <p:nvPicPr>
          <p:cNvPr id="73" name="Google Shape;73;g382961d81c8_1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89850"/>
            <a:ext cx="3859275" cy="21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82961d81c8_1_11"/>
          <p:cNvSpPr txBox="1"/>
          <p:nvPr/>
        </p:nvSpPr>
        <p:spPr>
          <a:xfrm>
            <a:off x="927175" y="3778150"/>
            <a:ext cx="7530900" cy="55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program that runs the supported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 line instructions.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Allows users/other programs to access functionalities provided by the OS through a text interface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Comes with different variants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1371600" marR="443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○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bash, zsh, cmd, powershell…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1371600" marR="4432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○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one we are going to focus on is bash, a shell that was designed for linux/unix systems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g382961d81c8_1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12" y="-9958"/>
            <a:ext cx="6605366" cy="275470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82961d81c8_1_11"/>
          <p:cNvSpPr txBox="1"/>
          <p:nvPr/>
        </p:nvSpPr>
        <p:spPr>
          <a:xfrm>
            <a:off x="13247129" y="9017000"/>
            <a:ext cx="122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g382961d81c8_1_11"/>
          <p:cNvSpPr txBox="1"/>
          <p:nvPr/>
        </p:nvSpPr>
        <p:spPr>
          <a:xfrm>
            <a:off x="16269935" y="9017000"/>
            <a:ext cx="689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g382961d81c8_1_11" title="imag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0750" y="3537105"/>
            <a:ext cx="9525126" cy="4010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29e3d6160_0_1"/>
          <p:cNvSpPr txBox="1"/>
          <p:nvPr>
            <p:ph type="title"/>
          </p:nvPr>
        </p:nvSpPr>
        <p:spPr>
          <a:xfrm>
            <a:off x="1016000" y="1779705"/>
            <a:ext cx="101097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Install Git Bash</a:t>
            </a:r>
            <a:endParaRPr/>
          </a:p>
        </p:txBody>
      </p:sp>
      <p:pic>
        <p:nvPicPr>
          <p:cNvPr id="84" name="Google Shape;84;g3829e3d6160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017000"/>
            <a:ext cx="2230747" cy="1270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829e3d6160_0_1"/>
          <p:cNvSpPr txBox="1"/>
          <p:nvPr/>
        </p:nvSpPr>
        <p:spPr>
          <a:xfrm>
            <a:off x="927175" y="3778150"/>
            <a:ext cx="7530900" cy="55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 are a Mac user, just use your terminal.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Windows does not natively provide a BASH terminal. Some commands will work in PowerShell, and some can even be used in CMD if you translate from UNIX based commands, but not all.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purposes of the workshop, we will install a BASH emulator called Git bash. Not only is this a simple UNIX shell, it will also be required for the git workshops! (Git)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g3829e3d6160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12" y="-9958"/>
            <a:ext cx="6605366" cy="27547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829e3d6160_0_1"/>
          <p:cNvSpPr txBox="1"/>
          <p:nvPr/>
        </p:nvSpPr>
        <p:spPr>
          <a:xfrm>
            <a:off x="13247129" y="9017000"/>
            <a:ext cx="122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" name="Google Shape;88;g3829e3d6160_0_1"/>
          <p:cNvSpPr txBox="1"/>
          <p:nvPr/>
        </p:nvSpPr>
        <p:spPr>
          <a:xfrm>
            <a:off x="16269935" y="9017000"/>
            <a:ext cx="689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9" name="Google Shape;89;g3829e3d6160_0_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6375" y="0"/>
            <a:ext cx="8631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829e3d6160_0_1"/>
          <p:cNvSpPr txBox="1"/>
          <p:nvPr>
            <p:ph idx="1" type="body"/>
          </p:nvPr>
        </p:nvSpPr>
        <p:spPr>
          <a:xfrm>
            <a:off x="10617800" y="268850"/>
            <a:ext cx="7759800" cy="6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50" spcFirstLastPara="1" rIns="137150" wrap="square" tIns="68550">
            <a:normAutofit fontScale="85000" lnSpcReduction="20000"/>
          </a:bodyPr>
          <a:lstStyle/>
          <a:p>
            <a:pPr indent="-701993" lvl="0" marL="774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ahoma"/>
              <a:buAutoNum type="arabicPeriod"/>
            </a:pP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Go to https://gitforwindows.org/</a:t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8304"/>
              <a:buNone/>
            </a:pPr>
            <a:r>
              <a:t/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2.   Click Download</a:t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ct val="38304"/>
              <a:buNone/>
            </a:pPr>
            <a:r>
              <a:t/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3. Follow the install instructions </a:t>
            </a:r>
            <a:r>
              <a:rPr lang="en-US" sz="31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(you shouldn’t need to change anything)</a:t>
            </a:r>
            <a:endParaRPr sz="31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ct val="53131"/>
              <a:buNone/>
            </a:pPr>
            <a:r>
              <a:t/>
            </a:r>
            <a:endParaRPr sz="31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4. </a:t>
            </a: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Open git bash</a:t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ct val="38304"/>
              <a:buNone/>
            </a:pPr>
            <a:r>
              <a:t/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5. Alternative simulator: https://terminaltemple.com</a:t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ct val="38304"/>
              <a:buNone/>
            </a:pPr>
            <a:r>
              <a:t/>
            </a:r>
            <a:endParaRPr sz="430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1" name="Google Shape;91;g3829e3d6160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93002" y="7532300"/>
            <a:ext cx="2754700" cy="27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8030746" y="0"/>
            <a:ext cx="10257719" cy="10287000"/>
            <a:chOff x="7704301" y="0"/>
            <a:chExt cx="10583697" cy="10287000"/>
          </a:xfrm>
        </p:grpSpPr>
        <p:pic>
          <p:nvPicPr>
            <p:cNvPr id="97" name="Google Shape;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4301" y="0"/>
              <a:ext cx="10583697" cy="1028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2"/>
            <p:cNvSpPr/>
            <p:nvPr/>
          </p:nvSpPr>
          <p:spPr>
            <a:xfrm>
              <a:off x="10291394" y="1028712"/>
              <a:ext cx="7239000" cy="4631690"/>
            </a:xfrm>
            <a:custGeom>
              <a:rect b="b" l="l" r="r" t="t"/>
              <a:pathLst>
                <a:path extrusionOk="0" h="4631690" w="7239000">
                  <a:moveTo>
                    <a:pt x="933450" y="2316403"/>
                  </a:moveTo>
                  <a:lnTo>
                    <a:pt x="931202" y="2270658"/>
                  </a:lnTo>
                  <a:lnTo>
                    <a:pt x="924483" y="2225344"/>
                  </a:lnTo>
                  <a:lnTo>
                    <a:pt x="913358" y="2180920"/>
                  </a:lnTo>
                  <a:lnTo>
                    <a:pt x="897928" y="2137791"/>
                  </a:lnTo>
                  <a:lnTo>
                    <a:pt x="878344" y="2096389"/>
                  </a:lnTo>
                  <a:lnTo>
                    <a:pt x="854786" y="2057107"/>
                  </a:lnTo>
                  <a:lnTo>
                    <a:pt x="827506" y="2020316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29"/>
                  </a:lnTo>
                  <a:lnTo>
                    <a:pt x="686739" y="1904784"/>
                  </a:lnTo>
                  <a:lnTo>
                    <a:pt x="645337" y="1885200"/>
                  </a:lnTo>
                  <a:lnTo>
                    <a:pt x="602208" y="1869770"/>
                  </a:lnTo>
                  <a:lnTo>
                    <a:pt x="557784" y="1858645"/>
                  </a:lnTo>
                  <a:lnTo>
                    <a:pt x="512470" y="1851926"/>
                  </a:lnTo>
                  <a:lnTo>
                    <a:pt x="466725" y="1849678"/>
                  </a:lnTo>
                  <a:lnTo>
                    <a:pt x="455269" y="1849818"/>
                  </a:lnTo>
                  <a:lnTo>
                    <a:pt x="409587" y="1853184"/>
                  </a:lnTo>
                  <a:lnTo>
                    <a:pt x="364464" y="1861019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77" y="1910308"/>
                  </a:lnTo>
                  <a:lnTo>
                    <a:pt x="197980" y="1934819"/>
                  </a:lnTo>
                  <a:lnTo>
                    <a:pt x="161874" y="1963000"/>
                  </a:lnTo>
                  <a:lnTo>
                    <a:pt x="128701" y="1994585"/>
                  </a:lnTo>
                  <a:lnTo>
                    <a:pt x="98780" y="2029256"/>
                  </a:lnTo>
                  <a:lnTo>
                    <a:pt x="72402" y="2066709"/>
                  </a:lnTo>
                  <a:lnTo>
                    <a:pt x="49834" y="2106561"/>
                  </a:lnTo>
                  <a:lnTo>
                    <a:pt x="31267" y="2148433"/>
                  </a:lnTo>
                  <a:lnTo>
                    <a:pt x="16903" y="2191931"/>
                  </a:lnTo>
                  <a:lnTo>
                    <a:pt x="6870" y="2236609"/>
                  </a:lnTo>
                  <a:lnTo>
                    <a:pt x="1270" y="2282075"/>
                  </a:lnTo>
                  <a:lnTo>
                    <a:pt x="0" y="2316403"/>
                  </a:lnTo>
                  <a:lnTo>
                    <a:pt x="139" y="2327859"/>
                  </a:lnTo>
                  <a:lnTo>
                    <a:pt x="3505" y="2373541"/>
                  </a:lnTo>
                  <a:lnTo>
                    <a:pt x="11341" y="2418664"/>
                  </a:lnTo>
                  <a:lnTo>
                    <a:pt x="23558" y="2462809"/>
                  </a:lnTo>
                  <a:lnTo>
                    <a:pt x="40043" y="2505545"/>
                  </a:lnTo>
                  <a:lnTo>
                    <a:pt x="60629" y="2546451"/>
                  </a:lnTo>
                  <a:lnTo>
                    <a:pt x="85140" y="2585148"/>
                  </a:lnTo>
                  <a:lnTo>
                    <a:pt x="113322" y="2621254"/>
                  </a:lnTo>
                  <a:lnTo>
                    <a:pt x="144907" y="2654427"/>
                  </a:lnTo>
                  <a:lnTo>
                    <a:pt x="179578" y="2684348"/>
                  </a:lnTo>
                  <a:lnTo>
                    <a:pt x="217030" y="2710713"/>
                  </a:lnTo>
                  <a:lnTo>
                    <a:pt x="256882" y="2733294"/>
                  </a:lnTo>
                  <a:lnTo>
                    <a:pt x="298754" y="2751861"/>
                  </a:lnTo>
                  <a:lnTo>
                    <a:pt x="342252" y="2766225"/>
                  </a:lnTo>
                  <a:lnTo>
                    <a:pt x="386930" y="2776258"/>
                  </a:lnTo>
                  <a:lnTo>
                    <a:pt x="432396" y="2781858"/>
                  </a:lnTo>
                  <a:lnTo>
                    <a:pt x="466725" y="2783128"/>
                  </a:lnTo>
                  <a:lnTo>
                    <a:pt x="478180" y="2782989"/>
                  </a:lnTo>
                  <a:lnTo>
                    <a:pt x="523862" y="2779623"/>
                  </a:lnTo>
                  <a:lnTo>
                    <a:pt x="568985" y="2771787"/>
                  </a:lnTo>
                  <a:lnTo>
                    <a:pt x="613130" y="2759570"/>
                  </a:lnTo>
                  <a:lnTo>
                    <a:pt x="655866" y="2743085"/>
                  </a:lnTo>
                  <a:lnTo>
                    <a:pt x="696772" y="2722499"/>
                  </a:lnTo>
                  <a:lnTo>
                    <a:pt x="735469" y="2697988"/>
                  </a:lnTo>
                  <a:lnTo>
                    <a:pt x="771575" y="2669806"/>
                  </a:lnTo>
                  <a:lnTo>
                    <a:pt x="804748" y="2638221"/>
                  </a:lnTo>
                  <a:lnTo>
                    <a:pt x="834669" y="2603538"/>
                  </a:lnTo>
                  <a:lnTo>
                    <a:pt x="861047" y="2566098"/>
                  </a:lnTo>
                  <a:lnTo>
                    <a:pt x="883615" y="2526246"/>
                  </a:lnTo>
                  <a:lnTo>
                    <a:pt x="902182" y="2484374"/>
                  </a:lnTo>
                  <a:lnTo>
                    <a:pt x="916546" y="2440876"/>
                  </a:lnTo>
                  <a:lnTo>
                    <a:pt x="926579" y="2396198"/>
                  </a:lnTo>
                  <a:lnTo>
                    <a:pt x="932180" y="2350732"/>
                  </a:lnTo>
                  <a:lnTo>
                    <a:pt x="933450" y="2316403"/>
                  </a:lnTo>
                  <a:close/>
                </a:path>
                <a:path extrusionOk="0" h="4631690" w="7239000">
                  <a:moveTo>
                    <a:pt x="3342525" y="4164800"/>
                  </a:moveTo>
                  <a:lnTo>
                    <a:pt x="3340277" y="4119054"/>
                  </a:lnTo>
                  <a:lnTo>
                    <a:pt x="3333559" y="4073741"/>
                  </a:lnTo>
                  <a:lnTo>
                    <a:pt x="3322421" y="4029316"/>
                  </a:lnTo>
                  <a:lnTo>
                    <a:pt x="3306991" y="3986187"/>
                  </a:lnTo>
                  <a:lnTo>
                    <a:pt x="3287407" y="3944785"/>
                  </a:lnTo>
                  <a:lnTo>
                    <a:pt x="3263862" y="3905504"/>
                  </a:lnTo>
                  <a:lnTo>
                    <a:pt x="3236582" y="3868712"/>
                  </a:lnTo>
                  <a:lnTo>
                    <a:pt x="3205823" y="3834777"/>
                  </a:lnTo>
                  <a:lnTo>
                    <a:pt x="3171888" y="3804018"/>
                  </a:lnTo>
                  <a:lnTo>
                    <a:pt x="3135096" y="3776726"/>
                  </a:lnTo>
                  <a:lnTo>
                    <a:pt x="3095815" y="3753180"/>
                  </a:lnTo>
                  <a:lnTo>
                    <a:pt x="3054400" y="3733596"/>
                  </a:lnTo>
                  <a:lnTo>
                    <a:pt x="3011284" y="3718166"/>
                  </a:lnTo>
                  <a:lnTo>
                    <a:pt x="2966847" y="3707041"/>
                  </a:lnTo>
                  <a:lnTo>
                    <a:pt x="2921546" y="3700322"/>
                  </a:lnTo>
                  <a:lnTo>
                    <a:pt x="2875800" y="3698075"/>
                  </a:lnTo>
                  <a:lnTo>
                    <a:pt x="2864345" y="3698214"/>
                  </a:lnTo>
                  <a:lnTo>
                    <a:pt x="2818663" y="3701580"/>
                  </a:lnTo>
                  <a:lnTo>
                    <a:pt x="2773540" y="3709416"/>
                  </a:lnTo>
                  <a:lnTo>
                    <a:pt x="2729395" y="3721633"/>
                  </a:lnTo>
                  <a:lnTo>
                    <a:pt x="2686659" y="3738118"/>
                  </a:lnTo>
                  <a:lnTo>
                    <a:pt x="2645753" y="3758704"/>
                  </a:lnTo>
                  <a:lnTo>
                    <a:pt x="2607056" y="3783215"/>
                  </a:lnTo>
                  <a:lnTo>
                    <a:pt x="2570937" y="3811384"/>
                  </a:lnTo>
                  <a:lnTo>
                    <a:pt x="2537777" y="3842969"/>
                  </a:lnTo>
                  <a:lnTo>
                    <a:pt x="2507856" y="3877653"/>
                  </a:lnTo>
                  <a:lnTo>
                    <a:pt x="2481478" y="3915105"/>
                  </a:lnTo>
                  <a:lnTo>
                    <a:pt x="2458910" y="3954957"/>
                  </a:lnTo>
                  <a:lnTo>
                    <a:pt x="2440343" y="3996829"/>
                  </a:lnTo>
                  <a:lnTo>
                    <a:pt x="2425979" y="4040314"/>
                  </a:lnTo>
                  <a:lnTo>
                    <a:pt x="2415946" y="4085005"/>
                  </a:lnTo>
                  <a:lnTo>
                    <a:pt x="2410333" y="4130459"/>
                  </a:lnTo>
                  <a:lnTo>
                    <a:pt x="2409075" y="4164800"/>
                  </a:lnTo>
                  <a:lnTo>
                    <a:pt x="2409215" y="4176255"/>
                  </a:lnTo>
                  <a:lnTo>
                    <a:pt x="2412581" y="4221937"/>
                  </a:lnTo>
                  <a:lnTo>
                    <a:pt x="2420416" y="4267060"/>
                  </a:lnTo>
                  <a:lnTo>
                    <a:pt x="2432634" y="4311205"/>
                  </a:lnTo>
                  <a:lnTo>
                    <a:pt x="2449118" y="4353941"/>
                  </a:lnTo>
                  <a:lnTo>
                    <a:pt x="2469705" y="4394847"/>
                  </a:lnTo>
                  <a:lnTo>
                    <a:pt x="2494216" y="4433544"/>
                  </a:lnTo>
                  <a:lnTo>
                    <a:pt x="2522397" y="4469650"/>
                  </a:lnTo>
                  <a:lnTo>
                    <a:pt x="2553970" y="4502823"/>
                  </a:lnTo>
                  <a:lnTo>
                    <a:pt x="2588653" y="4532744"/>
                  </a:lnTo>
                  <a:lnTo>
                    <a:pt x="2626106" y="4559109"/>
                  </a:lnTo>
                  <a:lnTo>
                    <a:pt x="2665958" y="4581690"/>
                  </a:lnTo>
                  <a:lnTo>
                    <a:pt x="2707830" y="4600245"/>
                  </a:lnTo>
                  <a:lnTo>
                    <a:pt x="2751315" y="4614621"/>
                  </a:lnTo>
                  <a:lnTo>
                    <a:pt x="2796006" y="4624654"/>
                  </a:lnTo>
                  <a:lnTo>
                    <a:pt x="2841472" y="4630255"/>
                  </a:lnTo>
                  <a:lnTo>
                    <a:pt x="2875800" y="4631525"/>
                  </a:lnTo>
                  <a:lnTo>
                    <a:pt x="2887256" y="4631385"/>
                  </a:lnTo>
                  <a:lnTo>
                    <a:pt x="2932938" y="4628007"/>
                  </a:lnTo>
                  <a:lnTo>
                    <a:pt x="2978061" y="4620184"/>
                  </a:lnTo>
                  <a:lnTo>
                    <a:pt x="3022206" y="4607966"/>
                  </a:lnTo>
                  <a:lnTo>
                    <a:pt x="3064941" y="4591482"/>
                  </a:lnTo>
                  <a:lnTo>
                    <a:pt x="3105848" y="4570882"/>
                  </a:lnTo>
                  <a:lnTo>
                    <a:pt x="3144545" y="4546384"/>
                  </a:lnTo>
                  <a:lnTo>
                    <a:pt x="3180651" y="4518203"/>
                  </a:lnTo>
                  <a:lnTo>
                    <a:pt x="3213824" y="4486618"/>
                  </a:lnTo>
                  <a:lnTo>
                    <a:pt x="3243745" y="4451934"/>
                  </a:lnTo>
                  <a:lnTo>
                    <a:pt x="3270110" y="4414494"/>
                  </a:lnTo>
                  <a:lnTo>
                    <a:pt x="3292691" y="4374642"/>
                  </a:lnTo>
                  <a:lnTo>
                    <a:pt x="3311245" y="4332770"/>
                  </a:lnTo>
                  <a:lnTo>
                    <a:pt x="3325622" y="4289272"/>
                  </a:lnTo>
                  <a:lnTo>
                    <a:pt x="3335655" y="4244581"/>
                  </a:lnTo>
                  <a:lnTo>
                    <a:pt x="3341255" y="4199128"/>
                  </a:lnTo>
                  <a:lnTo>
                    <a:pt x="3342525" y="4164800"/>
                  </a:lnTo>
                  <a:close/>
                </a:path>
                <a:path extrusionOk="0" h="4631690" w="7239000">
                  <a:moveTo>
                    <a:pt x="4085348" y="2316403"/>
                  </a:moveTo>
                  <a:lnTo>
                    <a:pt x="4083100" y="2270658"/>
                  </a:lnTo>
                  <a:lnTo>
                    <a:pt x="4076382" y="2225344"/>
                  </a:lnTo>
                  <a:lnTo>
                    <a:pt x="4065244" y="2180920"/>
                  </a:lnTo>
                  <a:lnTo>
                    <a:pt x="4049814" y="2137791"/>
                  </a:lnTo>
                  <a:lnTo>
                    <a:pt x="4030230" y="2096389"/>
                  </a:lnTo>
                  <a:lnTo>
                    <a:pt x="4006685" y="2057107"/>
                  </a:lnTo>
                  <a:lnTo>
                    <a:pt x="3979405" y="2020316"/>
                  </a:lnTo>
                  <a:lnTo>
                    <a:pt x="3948646" y="1986381"/>
                  </a:lnTo>
                  <a:lnTo>
                    <a:pt x="3914711" y="1955622"/>
                  </a:lnTo>
                  <a:lnTo>
                    <a:pt x="3877919" y="1928329"/>
                  </a:lnTo>
                  <a:lnTo>
                    <a:pt x="3838638" y="1904784"/>
                  </a:lnTo>
                  <a:lnTo>
                    <a:pt x="3797223" y="1885200"/>
                  </a:lnTo>
                  <a:lnTo>
                    <a:pt x="3754107" y="1869770"/>
                  </a:lnTo>
                  <a:lnTo>
                    <a:pt x="3709670" y="1858645"/>
                  </a:lnTo>
                  <a:lnTo>
                    <a:pt x="3664369" y="1851926"/>
                  </a:lnTo>
                  <a:lnTo>
                    <a:pt x="3618623" y="1849678"/>
                  </a:lnTo>
                  <a:lnTo>
                    <a:pt x="3607168" y="1849818"/>
                  </a:lnTo>
                  <a:lnTo>
                    <a:pt x="3561486" y="1853184"/>
                  </a:lnTo>
                  <a:lnTo>
                    <a:pt x="3516350" y="1861019"/>
                  </a:lnTo>
                  <a:lnTo>
                    <a:pt x="3472218" y="1873237"/>
                  </a:lnTo>
                  <a:lnTo>
                    <a:pt x="3429482" y="1889721"/>
                  </a:lnTo>
                  <a:lnTo>
                    <a:pt x="3388563" y="1910308"/>
                  </a:lnTo>
                  <a:lnTo>
                    <a:pt x="3349879" y="1934819"/>
                  </a:lnTo>
                  <a:lnTo>
                    <a:pt x="3313760" y="1963000"/>
                  </a:lnTo>
                  <a:lnTo>
                    <a:pt x="3280587" y="1994585"/>
                  </a:lnTo>
                  <a:lnTo>
                    <a:pt x="3250679" y="2029256"/>
                  </a:lnTo>
                  <a:lnTo>
                    <a:pt x="3224301" y="2066709"/>
                  </a:lnTo>
                  <a:lnTo>
                    <a:pt x="3201733" y="2106561"/>
                  </a:lnTo>
                  <a:lnTo>
                    <a:pt x="3183166" y="2148433"/>
                  </a:lnTo>
                  <a:lnTo>
                    <a:pt x="3168802" y="2191931"/>
                  </a:lnTo>
                  <a:lnTo>
                    <a:pt x="3158769" y="2236609"/>
                  </a:lnTo>
                  <a:lnTo>
                    <a:pt x="3153156" y="2282075"/>
                  </a:lnTo>
                  <a:lnTo>
                    <a:pt x="3151898" y="2316403"/>
                  </a:lnTo>
                  <a:lnTo>
                    <a:pt x="3152038" y="2327859"/>
                  </a:lnTo>
                  <a:lnTo>
                    <a:pt x="3155404" y="2373541"/>
                  </a:lnTo>
                  <a:lnTo>
                    <a:pt x="3163239" y="2418664"/>
                  </a:lnTo>
                  <a:lnTo>
                    <a:pt x="3175457" y="2462809"/>
                  </a:lnTo>
                  <a:lnTo>
                    <a:pt x="3191941" y="2505545"/>
                  </a:lnTo>
                  <a:lnTo>
                    <a:pt x="3212528" y="2546451"/>
                  </a:lnTo>
                  <a:lnTo>
                    <a:pt x="3237039" y="2585148"/>
                  </a:lnTo>
                  <a:lnTo>
                    <a:pt x="3265208" y="2621254"/>
                  </a:lnTo>
                  <a:lnTo>
                    <a:pt x="3296793" y="2654427"/>
                  </a:lnTo>
                  <a:lnTo>
                    <a:pt x="3331476" y="2684348"/>
                  </a:lnTo>
                  <a:lnTo>
                    <a:pt x="3368929" y="2710713"/>
                  </a:lnTo>
                  <a:lnTo>
                    <a:pt x="3408781" y="2733294"/>
                  </a:lnTo>
                  <a:lnTo>
                    <a:pt x="3450653" y="2751861"/>
                  </a:lnTo>
                  <a:lnTo>
                    <a:pt x="3494138" y="2766225"/>
                  </a:lnTo>
                  <a:lnTo>
                    <a:pt x="3538829" y="2776258"/>
                  </a:lnTo>
                  <a:lnTo>
                    <a:pt x="3584283" y="2781858"/>
                  </a:lnTo>
                  <a:lnTo>
                    <a:pt x="3618623" y="2783128"/>
                  </a:lnTo>
                  <a:lnTo>
                    <a:pt x="3630079" y="2782989"/>
                  </a:lnTo>
                  <a:lnTo>
                    <a:pt x="3675761" y="2779623"/>
                  </a:lnTo>
                  <a:lnTo>
                    <a:pt x="3720884" y="2771787"/>
                  </a:lnTo>
                  <a:lnTo>
                    <a:pt x="3765029" y="2759570"/>
                  </a:lnTo>
                  <a:lnTo>
                    <a:pt x="3807764" y="2743085"/>
                  </a:lnTo>
                  <a:lnTo>
                    <a:pt x="3848671" y="2722499"/>
                  </a:lnTo>
                  <a:lnTo>
                    <a:pt x="3887368" y="2697988"/>
                  </a:lnTo>
                  <a:lnTo>
                    <a:pt x="3923474" y="2669806"/>
                  </a:lnTo>
                  <a:lnTo>
                    <a:pt x="3956647" y="2638221"/>
                  </a:lnTo>
                  <a:lnTo>
                    <a:pt x="3986568" y="2603538"/>
                  </a:lnTo>
                  <a:lnTo>
                    <a:pt x="4012933" y="2566098"/>
                  </a:lnTo>
                  <a:lnTo>
                    <a:pt x="4035514" y="2526246"/>
                  </a:lnTo>
                  <a:lnTo>
                    <a:pt x="4054068" y="2484374"/>
                  </a:lnTo>
                  <a:lnTo>
                    <a:pt x="4068445" y="2440876"/>
                  </a:lnTo>
                  <a:lnTo>
                    <a:pt x="4078478" y="2396198"/>
                  </a:lnTo>
                  <a:lnTo>
                    <a:pt x="4084078" y="2350732"/>
                  </a:lnTo>
                  <a:lnTo>
                    <a:pt x="4085348" y="2316403"/>
                  </a:lnTo>
                  <a:close/>
                </a:path>
                <a:path extrusionOk="0" h="4631690" w="7239000">
                  <a:moveTo>
                    <a:pt x="4085348" y="466725"/>
                  </a:moveTo>
                  <a:lnTo>
                    <a:pt x="4083100" y="420966"/>
                  </a:lnTo>
                  <a:lnTo>
                    <a:pt x="4076382" y="375666"/>
                  </a:lnTo>
                  <a:lnTo>
                    <a:pt x="4065244" y="331241"/>
                  </a:lnTo>
                  <a:lnTo>
                    <a:pt x="4049814" y="288112"/>
                  </a:lnTo>
                  <a:lnTo>
                    <a:pt x="4030230" y="246710"/>
                  </a:lnTo>
                  <a:lnTo>
                    <a:pt x="4006685" y="207416"/>
                  </a:lnTo>
                  <a:lnTo>
                    <a:pt x="3979405" y="170637"/>
                  </a:lnTo>
                  <a:lnTo>
                    <a:pt x="3948646" y="136690"/>
                  </a:lnTo>
                  <a:lnTo>
                    <a:pt x="3914711" y="105930"/>
                  </a:lnTo>
                  <a:lnTo>
                    <a:pt x="3877919" y="78651"/>
                  </a:lnTo>
                  <a:lnTo>
                    <a:pt x="3838638" y="55105"/>
                  </a:lnTo>
                  <a:lnTo>
                    <a:pt x="3797223" y="35521"/>
                  </a:lnTo>
                  <a:lnTo>
                    <a:pt x="3754107" y="20091"/>
                  </a:lnTo>
                  <a:lnTo>
                    <a:pt x="3709670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05"/>
                  </a:lnTo>
                  <a:lnTo>
                    <a:pt x="3516350" y="11341"/>
                  </a:lnTo>
                  <a:lnTo>
                    <a:pt x="3472218" y="23545"/>
                  </a:lnTo>
                  <a:lnTo>
                    <a:pt x="3429482" y="40030"/>
                  </a:lnTo>
                  <a:lnTo>
                    <a:pt x="3388563" y="60629"/>
                  </a:lnTo>
                  <a:lnTo>
                    <a:pt x="3349879" y="85128"/>
                  </a:lnTo>
                  <a:lnTo>
                    <a:pt x="3313760" y="113309"/>
                  </a:lnTo>
                  <a:lnTo>
                    <a:pt x="3280587" y="144894"/>
                  </a:lnTo>
                  <a:lnTo>
                    <a:pt x="3250679" y="179578"/>
                  </a:lnTo>
                  <a:lnTo>
                    <a:pt x="3224301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39"/>
                  </a:lnTo>
                  <a:lnTo>
                    <a:pt x="3158769" y="386930"/>
                  </a:lnTo>
                  <a:lnTo>
                    <a:pt x="3153156" y="432384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49"/>
                  </a:lnTo>
                  <a:lnTo>
                    <a:pt x="3163239" y="568985"/>
                  </a:lnTo>
                  <a:lnTo>
                    <a:pt x="3175457" y="613130"/>
                  </a:lnTo>
                  <a:lnTo>
                    <a:pt x="3191941" y="655853"/>
                  </a:lnTo>
                  <a:lnTo>
                    <a:pt x="3212528" y="696772"/>
                  </a:lnTo>
                  <a:lnTo>
                    <a:pt x="3237039" y="735469"/>
                  </a:lnTo>
                  <a:lnTo>
                    <a:pt x="3265208" y="771575"/>
                  </a:lnTo>
                  <a:lnTo>
                    <a:pt x="3296793" y="804748"/>
                  </a:lnTo>
                  <a:lnTo>
                    <a:pt x="3331476" y="834656"/>
                  </a:lnTo>
                  <a:lnTo>
                    <a:pt x="3368929" y="861034"/>
                  </a:lnTo>
                  <a:lnTo>
                    <a:pt x="3408781" y="883615"/>
                  </a:lnTo>
                  <a:lnTo>
                    <a:pt x="3450653" y="902169"/>
                  </a:lnTo>
                  <a:lnTo>
                    <a:pt x="3494138" y="916533"/>
                  </a:lnTo>
                  <a:lnTo>
                    <a:pt x="3538829" y="926579"/>
                  </a:lnTo>
                  <a:lnTo>
                    <a:pt x="3584283" y="932180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32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07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43"/>
                  </a:lnTo>
                  <a:lnTo>
                    <a:pt x="3986568" y="753859"/>
                  </a:lnTo>
                  <a:lnTo>
                    <a:pt x="4012933" y="716419"/>
                  </a:lnTo>
                  <a:lnTo>
                    <a:pt x="4035514" y="676567"/>
                  </a:lnTo>
                  <a:lnTo>
                    <a:pt x="4054068" y="634682"/>
                  </a:lnTo>
                  <a:lnTo>
                    <a:pt x="4068445" y="591197"/>
                  </a:lnTo>
                  <a:lnTo>
                    <a:pt x="4078478" y="546506"/>
                  </a:lnTo>
                  <a:lnTo>
                    <a:pt x="4084078" y="501053"/>
                  </a:lnTo>
                  <a:lnTo>
                    <a:pt x="4085348" y="466725"/>
                  </a:lnTo>
                  <a:close/>
                </a:path>
                <a:path extrusionOk="0" h="4631690" w="7239000">
                  <a:moveTo>
                    <a:pt x="5019345" y="4114520"/>
                  </a:moveTo>
                  <a:lnTo>
                    <a:pt x="5017097" y="4068775"/>
                  </a:lnTo>
                  <a:lnTo>
                    <a:pt x="5010366" y="4023474"/>
                  </a:lnTo>
                  <a:lnTo>
                    <a:pt x="4999240" y="3979037"/>
                  </a:lnTo>
                  <a:lnTo>
                    <a:pt x="4983810" y="3935907"/>
                  </a:lnTo>
                  <a:lnTo>
                    <a:pt x="4964227" y="3894505"/>
                  </a:lnTo>
                  <a:lnTo>
                    <a:pt x="4940681" y="3855224"/>
                  </a:lnTo>
                  <a:lnTo>
                    <a:pt x="4913401" y="3818432"/>
                  </a:lnTo>
                  <a:lnTo>
                    <a:pt x="4882642" y="3784498"/>
                  </a:lnTo>
                  <a:lnTo>
                    <a:pt x="4848707" y="3753739"/>
                  </a:lnTo>
                  <a:lnTo>
                    <a:pt x="4811915" y="3726459"/>
                  </a:lnTo>
                  <a:lnTo>
                    <a:pt x="4772622" y="3702913"/>
                  </a:lnTo>
                  <a:lnTo>
                    <a:pt x="4731220" y="3683330"/>
                  </a:lnTo>
                  <a:lnTo>
                    <a:pt x="4688103" y="3667899"/>
                  </a:lnTo>
                  <a:lnTo>
                    <a:pt x="4643666" y="3656761"/>
                  </a:lnTo>
                  <a:lnTo>
                    <a:pt x="4598365" y="3650043"/>
                  </a:lnTo>
                  <a:lnTo>
                    <a:pt x="4552620" y="3647795"/>
                  </a:lnTo>
                  <a:lnTo>
                    <a:pt x="4541151" y="3647935"/>
                  </a:lnTo>
                  <a:lnTo>
                    <a:pt x="4495482" y="3651313"/>
                  </a:lnTo>
                  <a:lnTo>
                    <a:pt x="4450346" y="3659136"/>
                  </a:lnTo>
                  <a:lnTo>
                    <a:pt x="4406214" y="3671354"/>
                  </a:lnTo>
                  <a:lnTo>
                    <a:pt x="4363478" y="3687838"/>
                  </a:lnTo>
                  <a:lnTo>
                    <a:pt x="4322559" y="3708438"/>
                  </a:lnTo>
                  <a:lnTo>
                    <a:pt x="4283862" y="3732936"/>
                  </a:lnTo>
                  <a:lnTo>
                    <a:pt x="4247756" y="3761117"/>
                  </a:lnTo>
                  <a:lnTo>
                    <a:pt x="4214584" y="3792702"/>
                  </a:lnTo>
                  <a:lnTo>
                    <a:pt x="4184675" y="3827386"/>
                  </a:lnTo>
                  <a:lnTo>
                    <a:pt x="4158297" y="3864826"/>
                  </a:lnTo>
                  <a:lnTo>
                    <a:pt x="4135717" y="3904678"/>
                  </a:lnTo>
                  <a:lnTo>
                    <a:pt x="4117162" y="3946550"/>
                  </a:lnTo>
                  <a:lnTo>
                    <a:pt x="4102798" y="3990048"/>
                  </a:lnTo>
                  <a:lnTo>
                    <a:pt x="4092765" y="4034739"/>
                  </a:lnTo>
                  <a:lnTo>
                    <a:pt x="4087152" y="4080192"/>
                  </a:lnTo>
                  <a:lnTo>
                    <a:pt x="4085894" y="4114520"/>
                  </a:lnTo>
                  <a:lnTo>
                    <a:pt x="4086034" y="4125976"/>
                  </a:lnTo>
                  <a:lnTo>
                    <a:pt x="4089400" y="4171658"/>
                  </a:lnTo>
                  <a:lnTo>
                    <a:pt x="4097236" y="4216781"/>
                  </a:lnTo>
                  <a:lnTo>
                    <a:pt x="4109453" y="4260926"/>
                  </a:lnTo>
                  <a:lnTo>
                    <a:pt x="4125925" y="4303661"/>
                  </a:lnTo>
                  <a:lnTo>
                    <a:pt x="4146524" y="4344568"/>
                  </a:lnTo>
                  <a:lnTo>
                    <a:pt x="4171035" y="4383265"/>
                  </a:lnTo>
                  <a:lnTo>
                    <a:pt x="4199204" y="4419371"/>
                  </a:lnTo>
                  <a:lnTo>
                    <a:pt x="4230789" y="4452544"/>
                  </a:lnTo>
                  <a:lnTo>
                    <a:pt x="4265473" y="4482465"/>
                  </a:lnTo>
                  <a:lnTo>
                    <a:pt x="4302925" y="4508843"/>
                  </a:lnTo>
                  <a:lnTo>
                    <a:pt x="4342777" y="4531411"/>
                  </a:lnTo>
                  <a:lnTo>
                    <a:pt x="4384649" y="4549978"/>
                  </a:lnTo>
                  <a:lnTo>
                    <a:pt x="4428134" y="4564342"/>
                  </a:lnTo>
                  <a:lnTo>
                    <a:pt x="4472825" y="4574375"/>
                  </a:lnTo>
                  <a:lnTo>
                    <a:pt x="4518279" y="4579988"/>
                  </a:lnTo>
                  <a:lnTo>
                    <a:pt x="4552620" y="4581245"/>
                  </a:lnTo>
                  <a:lnTo>
                    <a:pt x="4564075" y="4581106"/>
                  </a:lnTo>
                  <a:lnTo>
                    <a:pt x="4609744" y="4577740"/>
                  </a:lnTo>
                  <a:lnTo>
                    <a:pt x="4654880" y="4569904"/>
                  </a:lnTo>
                  <a:lnTo>
                    <a:pt x="4699025" y="4557687"/>
                  </a:lnTo>
                  <a:lnTo>
                    <a:pt x="4741748" y="4541202"/>
                  </a:lnTo>
                  <a:lnTo>
                    <a:pt x="4782667" y="4520616"/>
                  </a:lnTo>
                  <a:lnTo>
                    <a:pt x="4821364" y="4496105"/>
                  </a:lnTo>
                  <a:lnTo>
                    <a:pt x="4857470" y="4467923"/>
                  </a:lnTo>
                  <a:lnTo>
                    <a:pt x="4890643" y="4436351"/>
                  </a:lnTo>
                  <a:lnTo>
                    <a:pt x="4920564" y="4401667"/>
                  </a:lnTo>
                  <a:lnTo>
                    <a:pt x="4946929" y="4364215"/>
                  </a:lnTo>
                  <a:lnTo>
                    <a:pt x="4969510" y="4324362"/>
                  </a:lnTo>
                  <a:lnTo>
                    <a:pt x="4988064" y="4282491"/>
                  </a:lnTo>
                  <a:lnTo>
                    <a:pt x="5002428" y="4239006"/>
                  </a:lnTo>
                  <a:lnTo>
                    <a:pt x="5012474" y="4194314"/>
                  </a:lnTo>
                  <a:lnTo>
                    <a:pt x="5018075" y="4148848"/>
                  </a:lnTo>
                  <a:lnTo>
                    <a:pt x="5019345" y="4114520"/>
                  </a:lnTo>
                  <a:close/>
                </a:path>
                <a:path extrusionOk="0" h="4631690" w="7239000">
                  <a:moveTo>
                    <a:pt x="7238670" y="2316403"/>
                  </a:moveTo>
                  <a:lnTo>
                    <a:pt x="7236422" y="2270658"/>
                  </a:lnTo>
                  <a:lnTo>
                    <a:pt x="7229691" y="2225344"/>
                  </a:lnTo>
                  <a:lnTo>
                    <a:pt x="7218566" y="2180920"/>
                  </a:lnTo>
                  <a:lnTo>
                    <a:pt x="7203135" y="2137791"/>
                  </a:lnTo>
                  <a:lnTo>
                    <a:pt x="7183552" y="2096389"/>
                  </a:lnTo>
                  <a:lnTo>
                    <a:pt x="7160006" y="2057107"/>
                  </a:lnTo>
                  <a:lnTo>
                    <a:pt x="7132726" y="2020316"/>
                  </a:lnTo>
                  <a:lnTo>
                    <a:pt x="7101967" y="1986381"/>
                  </a:lnTo>
                  <a:lnTo>
                    <a:pt x="7068032" y="1955622"/>
                  </a:lnTo>
                  <a:lnTo>
                    <a:pt x="7031241" y="1928329"/>
                  </a:lnTo>
                  <a:lnTo>
                    <a:pt x="6991947" y="1904784"/>
                  </a:lnTo>
                  <a:lnTo>
                    <a:pt x="6950545" y="1885200"/>
                  </a:lnTo>
                  <a:lnTo>
                    <a:pt x="6907428" y="1869770"/>
                  </a:lnTo>
                  <a:lnTo>
                    <a:pt x="6862991" y="1858645"/>
                  </a:lnTo>
                  <a:lnTo>
                    <a:pt x="6817690" y="1851926"/>
                  </a:lnTo>
                  <a:lnTo>
                    <a:pt x="6771945" y="1849678"/>
                  </a:lnTo>
                  <a:lnTo>
                    <a:pt x="6760477" y="1849818"/>
                  </a:lnTo>
                  <a:lnTo>
                    <a:pt x="6714807" y="1853184"/>
                  </a:lnTo>
                  <a:lnTo>
                    <a:pt x="6669672" y="1861019"/>
                  </a:lnTo>
                  <a:lnTo>
                    <a:pt x="6625539" y="1873237"/>
                  </a:lnTo>
                  <a:lnTo>
                    <a:pt x="6582804" y="1889721"/>
                  </a:lnTo>
                  <a:lnTo>
                    <a:pt x="6541884" y="1910308"/>
                  </a:lnTo>
                  <a:lnTo>
                    <a:pt x="6503187" y="1934819"/>
                  </a:lnTo>
                  <a:lnTo>
                    <a:pt x="6467081" y="1963000"/>
                  </a:lnTo>
                  <a:lnTo>
                    <a:pt x="6433909" y="1994585"/>
                  </a:lnTo>
                  <a:lnTo>
                    <a:pt x="6404000" y="2029256"/>
                  </a:lnTo>
                  <a:lnTo>
                    <a:pt x="6377622" y="2066709"/>
                  </a:lnTo>
                  <a:lnTo>
                    <a:pt x="6355042" y="2106561"/>
                  </a:lnTo>
                  <a:lnTo>
                    <a:pt x="6336487" y="2148433"/>
                  </a:lnTo>
                  <a:lnTo>
                    <a:pt x="6322123" y="2191931"/>
                  </a:lnTo>
                  <a:lnTo>
                    <a:pt x="6312090" y="2236609"/>
                  </a:lnTo>
                  <a:lnTo>
                    <a:pt x="6306477" y="2282075"/>
                  </a:lnTo>
                  <a:lnTo>
                    <a:pt x="6305220" y="2316403"/>
                  </a:lnTo>
                  <a:lnTo>
                    <a:pt x="6305359" y="2327859"/>
                  </a:lnTo>
                  <a:lnTo>
                    <a:pt x="6308725" y="2373541"/>
                  </a:lnTo>
                  <a:lnTo>
                    <a:pt x="6316561" y="2418664"/>
                  </a:lnTo>
                  <a:lnTo>
                    <a:pt x="6328778" y="2462809"/>
                  </a:lnTo>
                  <a:lnTo>
                    <a:pt x="6345250" y="2505545"/>
                  </a:lnTo>
                  <a:lnTo>
                    <a:pt x="6365849" y="2546451"/>
                  </a:lnTo>
                  <a:lnTo>
                    <a:pt x="6390360" y="2585148"/>
                  </a:lnTo>
                  <a:lnTo>
                    <a:pt x="6418529" y="2621254"/>
                  </a:lnTo>
                  <a:lnTo>
                    <a:pt x="6450114" y="2654427"/>
                  </a:lnTo>
                  <a:lnTo>
                    <a:pt x="6484798" y="2684348"/>
                  </a:lnTo>
                  <a:lnTo>
                    <a:pt x="6522250" y="2710713"/>
                  </a:lnTo>
                  <a:lnTo>
                    <a:pt x="6562103" y="2733294"/>
                  </a:lnTo>
                  <a:lnTo>
                    <a:pt x="6603974" y="2751861"/>
                  </a:lnTo>
                  <a:lnTo>
                    <a:pt x="6647459" y="2766225"/>
                  </a:lnTo>
                  <a:lnTo>
                    <a:pt x="6692151" y="2776258"/>
                  </a:lnTo>
                  <a:lnTo>
                    <a:pt x="6737604" y="2781858"/>
                  </a:lnTo>
                  <a:lnTo>
                    <a:pt x="6771945" y="2783128"/>
                  </a:lnTo>
                  <a:lnTo>
                    <a:pt x="6783400" y="2782989"/>
                  </a:lnTo>
                  <a:lnTo>
                    <a:pt x="6829069" y="2779623"/>
                  </a:lnTo>
                  <a:lnTo>
                    <a:pt x="6874205" y="2771787"/>
                  </a:lnTo>
                  <a:lnTo>
                    <a:pt x="6918350" y="2759570"/>
                  </a:lnTo>
                  <a:lnTo>
                    <a:pt x="6961073" y="2743085"/>
                  </a:lnTo>
                  <a:lnTo>
                    <a:pt x="7001992" y="2722499"/>
                  </a:lnTo>
                  <a:lnTo>
                    <a:pt x="7040689" y="2697988"/>
                  </a:lnTo>
                  <a:lnTo>
                    <a:pt x="7076795" y="2669806"/>
                  </a:lnTo>
                  <a:lnTo>
                    <a:pt x="7109968" y="2638221"/>
                  </a:lnTo>
                  <a:lnTo>
                    <a:pt x="7139889" y="2603538"/>
                  </a:lnTo>
                  <a:lnTo>
                    <a:pt x="7166254" y="2566098"/>
                  </a:lnTo>
                  <a:lnTo>
                    <a:pt x="7188835" y="2526246"/>
                  </a:lnTo>
                  <a:lnTo>
                    <a:pt x="7207390" y="2484374"/>
                  </a:lnTo>
                  <a:lnTo>
                    <a:pt x="7221753" y="2440876"/>
                  </a:lnTo>
                  <a:lnTo>
                    <a:pt x="7231799" y="2396198"/>
                  </a:lnTo>
                  <a:lnTo>
                    <a:pt x="7237400" y="2350732"/>
                  </a:lnTo>
                  <a:lnTo>
                    <a:pt x="7238670" y="23164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6596614" y="472677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291400" y="472677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0957722" y="682935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2033451" y="682935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625076" y="6829360"/>
              <a:ext cx="4676140" cy="933450"/>
            </a:xfrm>
            <a:custGeom>
              <a:rect b="b" l="l" r="r" t="t"/>
              <a:pathLst>
                <a:path extrusionOk="0" h="933450" w="4676140">
                  <a:moveTo>
                    <a:pt x="933450" y="466725"/>
                  </a:moveTo>
                  <a:lnTo>
                    <a:pt x="931202" y="420979"/>
                  </a:lnTo>
                  <a:lnTo>
                    <a:pt x="924483" y="375666"/>
                  </a:lnTo>
                  <a:lnTo>
                    <a:pt x="913345" y="331241"/>
                  </a:lnTo>
                  <a:lnTo>
                    <a:pt x="897915" y="288112"/>
                  </a:lnTo>
                  <a:lnTo>
                    <a:pt x="878332" y="246710"/>
                  </a:lnTo>
                  <a:lnTo>
                    <a:pt x="854786" y="207429"/>
                  </a:lnTo>
                  <a:lnTo>
                    <a:pt x="827506" y="170637"/>
                  </a:lnTo>
                  <a:lnTo>
                    <a:pt x="796747" y="136702"/>
                  </a:lnTo>
                  <a:lnTo>
                    <a:pt x="762812" y="105943"/>
                  </a:lnTo>
                  <a:lnTo>
                    <a:pt x="726020" y="78651"/>
                  </a:lnTo>
                  <a:lnTo>
                    <a:pt x="686739" y="55105"/>
                  </a:lnTo>
                  <a:lnTo>
                    <a:pt x="645325" y="35521"/>
                  </a:lnTo>
                  <a:lnTo>
                    <a:pt x="602208" y="20091"/>
                  </a:lnTo>
                  <a:lnTo>
                    <a:pt x="557771" y="8966"/>
                  </a:lnTo>
                  <a:lnTo>
                    <a:pt x="512470" y="2247"/>
                  </a:lnTo>
                  <a:lnTo>
                    <a:pt x="466725" y="0"/>
                  </a:lnTo>
                  <a:lnTo>
                    <a:pt x="455269" y="139"/>
                  </a:lnTo>
                  <a:lnTo>
                    <a:pt x="409587" y="3505"/>
                  </a:lnTo>
                  <a:lnTo>
                    <a:pt x="364464" y="11341"/>
                  </a:lnTo>
                  <a:lnTo>
                    <a:pt x="320319" y="23558"/>
                  </a:lnTo>
                  <a:lnTo>
                    <a:pt x="277583" y="40043"/>
                  </a:lnTo>
                  <a:lnTo>
                    <a:pt x="236664" y="60629"/>
                  </a:lnTo>
                  <a:lnTo>
                    <a:pt x="197980" y="85140"/>
                  </a:lnTo>
                  <a:lnTo>
                    <a:pt x="161861" y="113322"/>
                  </a:lnTo>
                  <a:lnTo>
                    <a:pt x="128689" y="144894"/>
                  </a:lnTo>
                  <a:lnTo>
                    <a:pt x="98780" y="179578"/>
                  </a:lnTo>
                  <a:lnTo>
                    <a:pt x="72402" y="217030"/>
                  </a:lnTo>
                  <a:lnTo>
                    <a:pt x="49834" y="256882"/>
                  </a:lnTo>
                  <a:lnTo>
                    <a:pt x="31267" y="298754"/>
                  </a:lnTo>
                  <a:lnTo>
                    <a:pt x="16903" y="342239"/>
                  </a:lnTo>
                  <a:lnTo>
                    <a:pt x="6870" y="386930"/>
                  </a:lnTo>
                  <a:lnTo>
                    <a:pt x="1257" y="432396"/>
                  </a:lnTo>
                  <a:lnTo>
                    <a:pt x="0" y="466725"/>
                  </a:lnTo>
                  <a:lnTo>
                    <a:pt x="139" y="478180"/>
                  </a:lnTo>
                  <a:lnTo>
                    <a:pt x="3505" y="523862"/>
                  </a:lnTo>
                  <a:lnTo>
                    <a:pt x="11341" y="568985"/>
                  </a:lnTo>
                  <a:lnTo>
                    <a:pt x="23558" y="613130"/>
                  </a:lnTo>
                  <a:lnTo>
                    <a:pt x="40043" y="655866"/>
                  </a:lnTo>
                  <a:lnTo>
                    <a:pt x="60629" y="696772"/>
                  </a:lnTo>
                  <a:lnTo>
                    <a:pt x="85140" y="735469"/>
                  </a:lnTo>
                  <a:lnTo>
                    <a:pt x="113309" y="771575"/>
                  </a:lnTo>
                  <a:lnTo>
                    <a:pt x="144894" y="804748"/>
                  </a:lnTo>
                  <a:lnTo>
                    <a:pt x="179578" y="834669"/>
                  </a:lnTo>
                  <a:lnTo>
                    <a:pt x="217030" y="861034"/>
                  </a:lnTo>
                  <a:lnTo>
                    <a:pt x="256882" y="883615"/>
                  </a:lnTo>
                  <a:lnTo>
                    <a:pt x="298754" y="902182"/>
                  </a:lnTo>
                  <a:lnTo>
                    <a:pt x="342239" y="916546"/>
                  </a:lnTo>
                  <a:lnTo>
                    <a:pt x="386930" y="926579"/>
                  </a:lnTo>
                  <a:lnTo>
                    <a:pt x="432396" y="932180"/>
                  </a:lnTo>
                  <a:lnTo>
                    <a:pt x="466725" y="933450"/>
                  </a:lnTo>
                  <a:lnTo>
                    <a:pt x="478180" y="933310"/>
                  </a:lnTo>
                  <a:lnTo>
                    <a:pt x="523862" y="929944"/>
                  </a:lnTo>
                  <a:lnTo>
                    <a:pt x="568985" y="922108"/>
                  </a:lnTo>
                  <a:lnTo>
                    <a:pt x="613130" y="909891"/>
                  </a:lnTo>
                  <a:lnTo>
                    <a:pt x="655866" y="893406"/>
                  </a:lnTo>
                  <a:lnTo>
                    <a:pt x="696772" y="872807"/>
                  </a:lnTo>
                  <a:lnTo>
                    <a:pt x="735469" y="848309"/>
                  </a:lnTo>
                  <a:lnTo>
                    <a:pt x="771575" y="820127"/>
                  </a:lnTo>
                  <a:lnTo>
                    <a:pt x="804748" y="788543"/>
                  </a:lnTo>
                  <a:lnTo>
                    <a:pt x="834669" y="753859"/>
                  </a:lnTo>
                  <a:lnTo>
                    <a:pt x="861034" y="716419"/>
                  </a:lnTo>
                  <a:lnTo>
                    <a:pt x="883615" y="676567"/>
                  </a:lnTo>
                  <a:lnTo>
                    <a:pt x="902169" y="634695"/>
                  </a:lnTo>
                  <a:lnTo>
                    <a:pt x="916546" y="591197"/>
                  </a:lnTo>
                  <a:lnTo>
                    <a:pt x="926579" y="546519"/>
                  </a:lnTo>
                  <a:lnTo>
                    <a:pt x="932180" y="501053"/>
                  </a:lnTo>
                  <a:lnTo>
                    <a:pt x="933450" y="466725"/>
                  </a:lnTo>
                  <a:close/>
                </a:path>
                <a:path extrusionOk="0" h="933450" w="4676140">
                  <a:moveTo>
                    <a:pt x="4675860" y="466725"/>
                  </a:moveTo>
                  <a:lnTo>
                    <a:pt x="4673612" y="420979"/>
                  </a:lnTo>
                  <a:lnTo>
                    <a:pt x="4666894" y="375666"/>
                  </a:lnTo>
                  <a:lnTo>
                    <a:pt x="4655769" y="331241"/>
                  </a:lnTo>
                  <a:lnTo>
                    <a:pt x="4640338" y="288112"/>
                  </a:lnTo>
                  <a:lnTo>
                    <a:pt x="4620755" y="246710"/>
                  </a:lnTo>
                  <a:lnTo>
                    <a:pt x="4597209" y="207429"/>
                  </a:lnTo>
                  <a:lnTo>
                    <a:pt x="4569917" y="170637"/>
                  </a:lnTo>
                  <a:lnTo>
                    <a:pt x="4539158" y="136702"/>
                  </a:lnTo>
                  <a:lnTo>
                    <a:pt x="4505223" y="105943"/>
                  </a:lnTo>
                  <a:lnTo>
                    <a:pt x="4468431" y="78651"/>
                  </a:lnTo>
                  <a:lnTo>
                    <a:pt x="4429150" y="55105"/>
                  </a:lnTo>
                  <a:lnTo>
                    <a:pt x="4387748" y="35521"/>
                  </a:lnTo>
                  <a:lnTo>
                    <a:pt x="4344619" y="20091"/>
                  </a:lnTo>
                  <a:lnTo>
                    <a:pt x="4300194" y="8966"/>
                  </a:lnTo>
                  <a:lnTo>
                    <a:pt x="4254881" y="2247"/>
                  </a:lnTo>
                  <a:lnTo>
                    <a:pt x="4209135" y="0"/>
                  </a:lnTo>
                  <a:lnTo>
                    <a:pt x="4197680" y="139"/>
                  </a:lnTo>
                  <a:lnTo>
                    <a:pt x="4151998" y="3505"/>
                  </a:lnTo>
                  <a:lnTo>
                    <a:pt x="4106875" y="11341"/>
                  </a:lnTo>
                  <a:lnTo>
                    <a:pt x="4062730" y="23558"/>
                  </a:lnTo>
                  <a:lnTo>
                    <a:pt x="4019994" y="40043"/>
                  </a:lnTo>
                  <a:lnTo>
                    <a:pt x="3979087" y="60629"/>
                  </a:lnTo>
                  <a:lnTo>
                    <a:pt x="3940391" y="85140"/>
                  </a:lnTo>
                  <a:lnTo>
                    <a:pt x="3904284" y="113322"/>
                  </a:lnTo>
                  <a:lnTo>
                    <a:pt x="3871112" y="144894"/>
                  </a:lnTo>
                  <a:lnTo>
                    <a:pt x="3841191" y="179578"/>
                  </a:lnTo>
                  <a:lnTo>
                    <a:pt x="3814826" y="217030"/>
                  </a:lnTo>
                  <a:lnTo>
                    <a:pt x="3792245" y="256882"/>
                  </a:lnTo>
                  <a:lnTo>
                    <a:pt x="3773690" y="298754"/>
                  </a:lnTo>
                  <a:lnTo>
                    <a:pt x="3759314" y="342239"/>
                  </a:lnTo>
                  <a:lnTo>
                    <a:pt x="3749281" y="386930"/>
                  </a:lnTo>
                  <a:lnTo>
                    <a:pt x="3743680" y="432396"/>
                  </a:lnTo>
                  <a:lnTo>
                    <a:pt x="3742410" y="466725"/>
                  </a:lnTo>
                  <a:lnTo>
                    <a:pt x="3742550" y="478180"/>
                  </a:lnTo>
                  <a:lnTo>
                    <a:pt x="3745928" y="523862"/>
                  </a:lnTo>
                  <a:lnTo>
                    <a:pt x="3753751" y="568985"/>
                  </a:lnTo>
                  <a:lnTo>
                    <a:pt x="3765969" y="613130"/>
                  </a:lnTo>
                  <a:lnTo>
                    <a:pt x="3782453" y="655866"/>
                  </a:lnTo>
                  <a:lnTo>
                    <a:pt x="3803053" y="696772"/>
                  </a:lnTo>
                  <a:lnTo>
                    <a:pt x="3827551" y="735469"/>
                  </a:lnTo>
                  <a:lnTo>
                    <a:pt x="3855732" y="771575"/>
                  </a:lnTo>
                  <a:lnTo>
                    <a:pt x="3887317" y="804748"/>
                  </a:lnTo>
                  <a:lnTo>
                    <a:pt x="3922001" y="834669"/>
                  </a:lnTo>
                  <a:lnTo>
                    <a:pt x="3959441" y="861034"/>
                  </a:lnTo>
                  <a:lnTo>
                    <a:pt x="3999293" y="883615"/>
                  </a:lnTo>
                  <a:lnTo>
                    <a:pt x="4041165" y="902182"/>
                  </a:lnTo>
                  <a:lnTo>
                    <a:pt x="4084663" y="916546"/>
                  </a:lnTo>
                  <a:lnTo>
                    <a:pt x="4129354" y="926579"/>
                  </a:lnTo>
                  <a:lnTo>
                    <a:pt x="4174807" y="932180"/>
                  </a:lnTo>
                  <a:lnTo>
                    <a:pt x="4209135" y="933450"/>
                  </a:lnTo>
                  <a:lnTo>
                    <a:pt x="4220591" y="933310"/>
                  </a:lnTo>
                  <a:lnTo>
                    <a:pt x="4266273" y="929944"/>
                  </a:lnTo>
                  <a:lnTo>
                    <a:pt x="4311396" y="922108"/>
                  </a:lnTo>
                  <a:lnTo>
                    <a:pt x="4355541" y="909891"/>
                  </a:lnTo>
                  <a:lnTo>
                    <a:pt x="4398276" y="893406"/>
                  </a:lnTo>
                  <a:lnTo>
                    <a:pt x="4439183" y="872807"/>
                  </a:lnTo>
                  <a:lnTo>
                    <a:pt x="4477880" y="848309"/>
                  </a:lnTo>
                  <a:lnTo>
                    <a:pt x="4513986" y="820127"/>
                  </a:lnTo>
                  <a:lnTo>
                    <a:pt x="4547159" y="788543"/>
                  </a:lnTo>
                  <a:lnTo>
                    <a:pt x="4577080" y="753859"/>
                  </a:lnTo>
                  <a:lnTo>
                    <a:pt x="4603458" y="716419"/>
                  </a:lnTo>
                  <a:lnTo>
                    <a:pt x="4626026" y="676567"/>
                  </a:lnTo>
                  <a:lnTo>
                    <a:pt x="4644593" y="634695"/>
                  </a:lnTo>
                  <a:lnTo>
                    <a:pt x="4658957" y="591197"/>
                  </a:lnTo>
                  <a:lnTo>
                    <a:pt x="4668990" y="546519"/>
                  </a:lnTo>
                  <a:lnTo>
                    <a:pt x="4674603" y="501053"/>
                  </a:lnTo>
                  <a:lnTo>
                    <a:pt x="4675860" y="466725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0758394" y="1961557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3910243" y="1963834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3907587" y="1961929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7063611" y="3812377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3167446" y="3809904"/>
              <a:ext cx="744855" cy="916940"/>
            </a:xfrm>
            <a:custGeom>
              <a:rect b="b" l="l" r="r" t="t"/>
              <a:pathLst>
                <a:path extrusionOk="0" h="916939" w="744855">
                  <a:moveTo>
                    <a:pt x="0" y="916826"/>
                  </a:moveTo>
                  <a:lnTo>
                    <a:pt x="744793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3907266" y="3809617"/>
              <a:ext cx="937260" cy="867410"/>
            </a:xfrm>
            <a:custGeom>
              <a:rect b="b" l="l" r="r" t="t"/>
              <a:pathLst>
                <a:path extrusionOk="0" h="867410" w="937259">
                  <a:moveTo>
                    <a:pt x="936943" y="866854"/>
                  </a:moveTo>
                  <a:lnTo>
                    <a:pt x="0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0758397" y="3812377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0092051" y="5662540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0" y="1166772"/>
                  </a:moveTo>
                  <a:lnTo>
                    <a:pt x="665289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0759358" y="5662540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665289" y="1166772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3168542" y="5662776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665841" y="1166514"/>
                  </a:moveTo>
                  <a:lnTo>
                    <a:pt x="0" y="0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00412" y="5662777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0" y="1166514"/>
                  </a:moveTo>
                  <a:lnTo>
                    <a:pt x="665841" y="0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5019955" y="87913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2033451" y="87913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7704301" y="833982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" name="Google Shape;118;p2"/>
          <p:cNvSpPr txBox="1"/>
          <p:nvPr>
            <p:ph type="title"/>
          </p:nvPr>
        </p:nvSpPr>
        <p:spPr>
          <a:xfrm>
            <a:off x="786075" y="1796130"/>
            <a:ext cx="101097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Command Lines</a:t>
            </a:r>
            <a:endParaRPr/>
          </a:p>
        </p:txBody>
      </p:sp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089850"/>
            <a:ext cx="3859275" cy="21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927175" y="3778150"/>
            <a:ext cx="7530900" cy="55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set of Instructions that are supported by shell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we are connecting to the computer we are connecting to tree-like structure of files and folders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812" y="-9958"/>
            <a:ext cx="6605366" cy="275470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3247129" y="9017000"/>
            <a:ext cx="122936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6269935" y="9017000"/>
            <a:ext cx="6896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4950" y="-4925"/>
            <a:ext cx="11395101" cy="102196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</p:pic>
      <p:sp>
        <p:nvSpPr>
          <p:cNvPr id="129" name="Google Shape;129;p4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99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FF"/>
                </a:solidFill>
              </a:rPr>
              <a:t>WHY WE NEED IT?</a:t>
            </a:r>
            <a:endParaRPr/>
          </a:p>
        </p:txBody>
      </p:sp>
      <p:grpSp>
        <p:nvGrpSpPr>
          <p:cNvPr id="130" name="Google Shape;130;p4"/>
          <p:cNvGrpSpPr/>
          <p:nvPr/>
        </p:nvGrpSpPr>
        <p:grpSpPr>
          <a:xfrm>
            <a:off x="11041715" y="-9885"/>
            <a:ext cx="7246283" cy="10296884"/>
            <a:chOff x="11041715" y="-9885"/>
            <a:chExt cx="7246283" cy="10296884"/>
          </a:xfrm>
        </p:grpSpPr>
        <p:pic>
          <p:nvPicPr>
            <p:cNvPr id="131" name="Google Shape;13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09585" y="-9885"/>
              <a:ext cx="7178297" cy="59764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041715" y="7511867"/>
              <a:ext cx="7246283" cy="27751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4"/>
          <p:cNvSpPr txBox="1"/>
          <p:nvPr/>
        </p:nvSpPr>
        <p:spPr>
          <a:xfrm>
            <a:off x="936075" y="3678650"/>
            <a:ext cx="6815400" cy="50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Char char="●"/>
            </a:pPr>
            <a:r>
              <a:rPr b="0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 not always available but CLI is</a:t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Char char="●"/>
            </a:pPr>
            <a:r>
              <a:rPr b="0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Interaction with Git and Github (through git bash commands)</a:t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Char char="●"/>
            </a:pPr>
            <a:r>
              <a:rPr b="0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More control over your machine</a:t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Char char="●"/>
            </a:pPr>
            <a:r>
              <a:rPr b="0" i="0" lang="en-US" sz="3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Automation of many repetitive tasks (shell scripts)</a:t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1028700" y="3310322"/>
            <a:ext cx="16636365" cy="2248535"/>
          </a:xfrm>
          <a:custGeom>
            <a:rect b="b" l="l" r="r" t="t"/>
            <a:pathLst>
              <a:path extrusionOk="0" h="2248535" w="16636365">
                <a:moveTo>
                  <a:pt x="16156364" y="2248228"/>
                </a:moveTo>
                <a:lnTo>
                  <a:pt x="485775" y="2248228"/>
                </a:lnTo>
                <a:lnTo>
                  <a:pt x="437762" y="2245851"/>
                </a:lnTo>
                <a:lnTo>
                  <a:pt x="390562" y="2238808"/>
                </a:lnTo>
                <a:lnTo>
                  <a:pt x="344494" y="2227231"/>
                </a:lnTo>
                <a:lnTo>
                  <a:pt x="299877" y="2211251"/>
                </a:lnTo>
                <a:lnTo>
                  <a:pt x="257028" y="2191001"/>
                </a:lnTo>
                <a:lnTo>
                  <a:pt x="216266" y="2166612"/>
                </a:lnTo>
                <a:lnTo>
                  <a:pt x="177911" y="2138217"/>
                </a:lnTo>
                <a:lnTo>
                  <a:pt x="142280" y="2105948"/>
                </a:lnTo>
                <a:lnTo>
                  <a:pt x="110010" y="2070317"/>
                </a:lnTo>
                <a:lnTo>
                  <a:pt x="81615" y="2031961"/>
                </a:lnTo>
                <a:lnTo>
                  <a:pt x="57227" y="1991200"/>
                </a:lnTo>
                <a:lnTo>
                  <a:pt x="36977" y="1948351"/>
                </a:lnTo>
                <a:lnTo>
                  <a:pt x="20997" y="1903734"/>
                </a:lnTo>
                <a:lnTo>
                  <a:pt x="9420" y="1857666"/>
                </a:lnTo>
                <a:lnTo>
                  <a:pt x="2377" y="1810466"/>
                </a:lnTo>
                <a:lnTo>
                  <a:pt x="0" y="1762453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6156364" y="0"/>
                </a:lnTo>
                <a:lnTo>
                  <a:pt x="16204377" y="2377"/>
                </a:lnTo>
                <a:lnTo>
                  <a:pt x="16251577" y="9420"/>
                </a:lnTo>
                <a:lnTo>
                  <a:pt x="16297645" y="20997"/>
                </a:lnTo>
                <a:lnTo>
                  <a:pt x="16342263" y="36977"/>
                </a:lnTo>
                <a:lnTo>
                  <a:pt x="16385112" y="57227"/>
                </a:lnTo>
                <a:lnTo>
                  <a:pt x="16425873" y="81615"/>
                </a:lnTo>
                <a:lnTo>
                  <a:pt x="16464228" y="110010"/>
                </a:lnTo>
                <a:lnTo>
                  <a:pt x="16499860" y="142280"/>
                </a:lnTo>
                <a:lnTo>
                  <a:pt x="16532129" y="177911"/>
                </a:lnTo>
                <a:lnTo>
                  <a:pt x="16560524" y="216266"/>
                </a:lnTo>
                <a:lnTo>
                  <a:pt x="16584912" y="257028"/>
                </a:lnTo>
                <a:lnTo>
                  <a:pt x="16605162" y="299876"/>
                </a:lnTo>
                <a:lnTo>
                  <a:pt x="16621142" y="344494"/>
                </a:lnTo>
                <a:lnTo>
                  <a:pt x="16632719" y="390562"/>
                </a:lnTo>
                <a:lnTo>
                  <a:pt x="16636007" y="412596"/>
                </a:lnTo>
                <a:lnTo>
                  <a:pt x="16636007" y="1835632"/>
                </a:lnTo>
                <a:lnTo>
                  <a:pt x="16621142" y="1903734"/>
                </a:lnTo>
                <a:lnTo>
                  <a:pt x="16605162" y="1948351"/>
                </a:lnTo>
                <a:lnTo>
                  <a:pt x="16584912" y="1991200"/>
                </a:lnTo>
                <a:lnTo>
                  <a:pt x="16560524" y="2031961"/>
                </a:lnTo>
                <a:lnTo>
                  <a:pt x="16532129" y="2070317"/>
                </a:lnTo>
                <a:lnTo>
                  <a:pt x="16499860" y="2105948"/>
                </a:lnTo>
                <a:lnTo>
                  <a:pt x="16464228" y="2138217"/>
                </a:lnTo>
                <a:lnTo>
                  <a:pt x="16425873" y="2166612"/>
                </a:lnTo>
                <a:lnTo>
                  <a:pt x="16385112" y="2191001"/>
                </a:lnTo>
                <a:lnTo>
                  <a:pt x="16342263" y="2211251"/>
                </a:lnTo>
                <a:lnTo>
                  <a:pt x="16297645" y="2227231"/>
                </a:lnTo>
                <a:lnTo>
                  <a:pt x="16251577" y="2238808"/>
                </a:lnTo>
                <a:lnTo>
                  <a:pt x="16204377" y="2245851"/>
                </a:lnTo>
                <a:lnTo>
                  <a:pt x="16156364" y="2248228"/>
                </a:lnTo>
                <a:close/>
              </a:path>
            </a:pathLst>
          </a:custGeom>
          <a:solidFill>
            <a:srgbClr val="004A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2969517" y="3894554"/>
            <a:ext cx="12761100" cy="9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0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   -options   arguments</a:t>
            </a:r>
            <a:endParaRPr b="0" i="0" sz="6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>
            <p:ph type="title"/>
          </p:nvPr>
        </p:nvSpPr>
        <p:spPr>
          <a:xfrm>
            <a:off x="1016000" y="1551100"/>
            <a:ext cx="12604200" cy="13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9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COMMAND STRUCTURE</a:t>
            </a:r>
            <a:endParaRPr/>
          </a:p>
        </p:txBody>
      </p:sp>
      <p:grpSp>
        <p:nvGrpSpPr>
          <p:cNvPr id="141" name="Google Shape;141;p3"/>
          <p:cNvGrpSpPr/>
          <p:nvPr/>
        </p:nvGrpSpPr>
        <p:grpSpPr>
          <a:xfrm>
            <a:off x="0" y="5996700"/>
            <a:ext cx="18287999" cy="4279899"/>
            <a:chOff x="0" y="5996700"/>
            <a:chExt cx="18287999" cy="4279899"/>
          </a:xfrm>
        </p:grpSpPr>
        <p:pic>
          <p:nvPicPr>
            <p:cNvPr id="142" name="Google Shape;14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5996700"/>
              <a:ext cx="18287999" cy="42798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43876" y="7943851"/>
              <a:ext cx="133350" cy="1333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3"/>
          <p:cNvSpPr txBox="1"/>
          <p:nvPr/>
        </p:nvSpPr>
        <p:spPr>
          <a:xfrm>
            <a:off x="2550412" y="6755099"/>
            <a:ext cx="40971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8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Options: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74200"/>
              </a:lnSpc>
              <a:spcBef>
                <a:spcPts val="285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 command behaves (any special cases)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17437" y="7943851"/>
            <a:ext cx="133350" cy="1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11723975" y="6755099"/>
            <a:ext cx="47226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0" lvl="0" marL="12700" marR="1022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Arguments:</a:t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296670" lvl="0" marL="12700" marR="1022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10229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what files/folders the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 executes its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/>
        </p:nvSpPr>
        <p:spPr>
          <a:xfrm>
            <a:off x="376550" y="927475"/>
            <a:ext cx="78723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spAutoFit/>
          </a:bodyPr>
          <a:lstStyle/>
          <a:p>
            <a:pPr indent="0" lvl="0" marL="12700" marR="5080" rtl="0" algn="l">
              <a:lnSpc>
                <a:spcPct val="118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WHAT COMMANDS ARE WE GOING TO LEARN?</a:t>
            </a:r>
            <a:endParaRPr b="1" i="0" sz="6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971675" y="4635950"/>
            <a:ext cx="3420900" cy="4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pwd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cd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mkdir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touch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mv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sleep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8928725" y="4572000"/>
            <a:ext cx="3044700" cy="4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rm -[rf]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man / help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echo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nano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cat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ssh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ps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2216" y="0"/>
            <a:ext cx="3645783" cy="685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34682"/>
            <a:ext cx="3646461" cy="685231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>
            <p:ph type="ctrTitle"/>
          </p:nvPr>
        </p:nvSpPr>
        <p:spPr>
          <a:xfrm>
            <a:off x="4120669" y="3307715"/>
            <a:ext cx="10046660" cy="343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47520" lvl="0" marL="1759585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600"/>
              <a:t>LET'S OPEN THE TERMINAL</a:t>
            </a:r>
            <a:endParaRPr sz="9600"/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738" y="-9942"/>
            <a:ext cx="7515817" cy="309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22191" y="4129120"/>
            <a:ext cx="4965312" cy="6157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PWD</a:t>
            </a:r>
            <a:endParaRPr/>
          </a:p>
        </p:txBody>
      </p:sp>
      <p:sp>
        <p:nvSpPr>
          <p:cNvPr id="168" name="Google Shape;168;p7"/>
          <p:cNvSpPr txBox="1"/>
          <p:nvPr/>
        </p:nvSpPr>
        <p:spPr>
          <a:xfrm>
            <a:off x="1416049" y="3351926"/>
            <a:ext cx="6034405" cy="395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3721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Prints the path to the working / current directory (where you currently are)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can be also seen as a list of all of the folders in which you are currently located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7"/>
          <p:cNvGrpSpPr/>
          <p:nvPr/>
        </p:nvGrpSpPr>
        <p:grpSpPr>
          <a:xfrm>
            <a:off x="7704301" y="0"/>
            <a:ext cx="10583697" cy="10286999"/>
            <a:chOff x="7704301" y="0"/>
            <a:chExt cx="10583697" cy="10286999"/>
          </a:xfrm>
        </p:grpSpPr>
        <p:pic>
          <p:nvPicPr>
            <p:cNvPr id="170" name="Google Shape;17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4301" y="0"/>
              <a:ext cx="10583697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7"/>
            <p:cNvSpPr/>
            <p:nvPr/>
          </p:nvSpPr>
          <p:spPr>
            <a:xfrm>
              <a:off x="13373873" y="959278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0291394" y="1028712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03"/>
                  </a:moveTo>
                  <a:lnTo>
                    <a:pt x="931202" y="2270658"/>
                  </a:lnTo>
                  <a:lnTo>
                    <a:pt x="924483" y="2225344"/>
                  </a:lnTo>
                  <a:lnTo>
                    <a:pt x="913358" y="2180920"/>
                  </a:lnTo>
                  <a:lnTo>
                    <a:pt x="897928" y="2137791"/>
                  </a:lnTo>
                  <a:lnTo>
                    <a:pt x="878344" y="2096389"/>
                  </a:lnTo>
                  <a:lnTo>
                    <a:pt x="854786" y="2057107"/>
                  </a:lnTo>
                  <a:lnTo>
                    <a:pt x="827506" y="2020316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29"/>
                  </a:lnTo>
                  <a:lnTo>
                    <a:pt x="686739" y="1904784"/>
                  </a:lnTo>
                  <a:lnTo>
                    <a:pt x="645337" y="1885200"/>
                  </a:lnTo>
                  <a:lnTo>
                    <a:pt x="602208" y="1869770"/>
                  </a:lnTo>
                  <a:lnTo>
                    <a:pt x="557784" y="1858645"/>
                  </a:lnTo>
                  <a:lnTo>
                    <a:pt x="512470" y="1851926"/>
                  </a:lnTo>
                  <a:lnTo>
                    <a:pt x="466725" y="1849678"/>
                  </a:lnTo>
                  <a:lnTo>
                    <a:pt x="455269" y="1849818"/>
                  </a:lnTo>
                  <a:lnTo>
                    <a:pt x="409587" y="1853184"/>
                  </a:lnTo>
                  <a:lnTo>
                    <a:pt x="364464" y="1861019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77" y="1910308"/>
                  </a:lnTo>
                  <a:lnTo>
                    <a:pt x="197980" y="1934819"/>
                  </a:lnTo>
                  <a:lnTo>
                    <a:pt x="161874" y="1963000"/>
                  </a:lnTo>
                  <a:lnTo>
                    <a:pt x="128701" y="1994585"/>
                  </a:lnTo>
                  <a:lnTo>
                    <a:pt x="98780" y="2029256"/>
                  </a:lnTo>
                  <a:lnTo>
                    <a:pt x="72402" y="2066709"/>
                  </a:lnTo>
                  <a:lnTo>
                    <a:pt x="49834" y="2106561"/>
                  </a:lnTo>
                  <a:lnTo>
                    <a:pt x="31267" y="2148433"/>
                  </a:lnTo>
                  <a:lnTo>
                    <a:pt x="16903" y="2191931"/>
                  </a:lnTo>
                  <a:lnTo>
                    <a:pt x="6870" y="2236609"/>
                  </a:lnTo>
                  <a:lnTo>
                    <a:pt x="1270" y="2282075"/>
                  </a:lnTo>
                  <a:lnTo>
                    <a:pt x="0" y="2316403"/>
                  </a:lnTo>
                  <a:lnTo>
                    <a:pt x="139" y="2327859"/>
                  </a:lnTo>
                  <a:lnTo>
                    <a:pt x="3505" y="2373541"/>
                  </a:lnTo>
                  <a:lnTo>
                    <a:pt x="11341" y="2418664"/>
                  </a:lnTo>
                  <a:lnTo>
                    <a:pt x="23558" y="2462809"/>
                  </a:lnTo>
                  <a:lnTo>
                    <a:pt x="40043" y="2505545"/>
                  </a:lnTo>
                  <a:lnTo>
                    <a:pt x="60629" y="2546451"/>
                  </a:lnTo>
                  <a:lnTo>
                    <a:pt x="85140" y="2585148"/>
                  </a:lnTo>
                  <a:lnTo>
                    <a:pt x="113322" y="2621254"/>
                  </a:lnTo>
                  <a:lnTo>
                    <a:pt x="144907" y="2654427"/>
                  </a:lnTo>
                  <a:lnTo>
                    <a:pt x="179578" y="2684348"/>
                  </a:lnTo>
                  <a:lnTo>
                    <a:pt x="217030" y="2710713"/>
                  </a:lnTo>
                  <a:lnTo>
                    <a:pt x="256882" y="2733294"/>
                  </a:lnTo>
                  <a:lnTo>
                    <a:pt x="298754" y="2751861"/>
                  </a:lnTo>
                  <a:lnTo>
                    <a:pt x="342252" y="2766225"/>
                  </a:lnTo>
                  <a:lnTo>
                    <a:pt x="386930" y="2776258"/>
                  </a:lnTo>
                  <a:lnTo>
                    <a:pt x="432396" y="2781858"/>
                  </a:lnTo>
                  <a:lnTo>
                    <a:pt x="466725" y="2783128"/>
                  </a:lnTo>
                  <a:lnTo>
                    <a:pt x="478180" y="2782989"/>
                  </a:lnTo>
                  <a:lnTo>
                    <a:pt x="523862" y="2779623"/>
                  </a:lnTo>
                  <a:lnTo>
                    <a:pt x="568985" y="2771787"/>
                  </a:lnTo>
                  <a:lnTo>
                    <a:pt x="613130" y="2759570"/>
                  </a:lnTo>
                  <a:lnTo>
                    <a:pt x="655866" y="2743085"/>
                  </a:lnTo>
                  <a:lnTo>
                    <a:pt x="696772" y="2722499"/>
                  </a:lnTo>
                  <a:lnTo>
                    <a:pt x="735469" y="2697988"/>
                  </a:lnTo>
                  <a:lnTo>
                    <a:pt x="771575" y="2669806"/>
                  </a:lnTo>
                  <a:lnTo>
                    <a:pt x="804748" y="2638221"/>
                  </a:lnTo>
                  <a:lnTo>
                    <a:pt x="834669" y="2603538"/>
                  </a:lnTo>
                  <a:lnTo>
                    <a:pt x="861047" y="2566098"/>
                  </a:lnTo>
                  <a:lnTo>
                    <a:pt x="883615" y="2526246"/>
                  </a:lnTo>
                  <a:lnTo>
                    <a:pt x="902182" y="2484374"/>
                  </a:lnTo>
                  <a:lnTo>
                    <a:pt x="916546" y="2440876"/>
                  </a:lnTo>
                  <a:lnTo>
                    <a:pt x="926579" y="2396198"/>
                  </a:lnTo>
                  <a:lnTo>
                    <a:pt x="932180" y="2350732"/>
                  </a:lnTo>
                  <a:lnTo>
                    <a:pt x="933450" y="2316403"/>
                  </a:lnTo>
                  <a:close/>
                </a:path>
                <a:path extrusionOk="0" h="2783204" w="4085590">
                  <a:moveTo>
                    <a:pt x="4085348" y="466725"/>
                  </a:moveTo>
                  <a:lnTo>
                    <a:pt x="4083100" y="420966"/>
                  </a:lnTo>
                  <a:lnTo>
                    <a:pt x="4076382" y="375666"/>
                  </a:lnTo>
                  <a:lnTo>
                    <a:pt x="4065244" y="331241"/>
                  </a:lnTo>
                  <a:lnTo>
                    <a:pt x="4049814" y="288112"/>
                  </a:lnTo>
                  <a:lnTo>
                    <a:pt x="4030230" y="246710"/>
                  </a:lnTo>
                  <a:lnTo>
                    <a:pt x="4006685" y="207416"/>
                  </a:lnTo>
                  <a:lnTo>
                    <a:pt x="3979405" y="170637"/>
                  </a:lnTo>
                  <a:lnTo>
                    <a:pt x="3948646" y="136690"/>
                  </a:lnTo>
                  <a:lnTo>
                    <a:pt x="3914711" y="105930"/>
                  </a:lnTo>
                  <a:lnTo>
                    <a:pt x="3877919" y="78651"/>
                  </a:lnTo>
                  <a:lnTo>
                    <a:pt x="3838638" y="55105"/>
                  </a:lnTo>
                  <a:lnTo>
                    <a:pt x="3797223" y="35521"/>
                  </a:lnTo>
                  <a:lnTo>
                    <a:pt x="3754107" y="20091"/>
                  </a:lnTo>
                  <a:lnTo>
                    <a:pt x="3709670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05"/>
                  </a:lnTo>
                  <a:lnTo>
                    <a:pt x="3516350" y="11341"/>
                  </a:lnTo>
                  <a:lnTo>
                    <a:pt x="3472218" y="23545"/>
                  </a:lnTo>
                  <a:lnTo>
                    <a:pt x="3429482" y="40030"/>
                  </a:lnTo>
                  <a:lnTo>
                    <a:pt x="3388563" y="60629"/>
                  </a:lnTo>
                  <a:lnTo>
                    <a:pt x="3349879" y="85128"/>
                  </a:lnTo>
                  <a:lnTo>
                    <a:pt x="3313760" y="113309"/>
                  </a:lnTo>
                  <a:lnTo>
                    <a:pt x="3280587" y="144894"/>
                  </a:lnTo>
                  <a:lnTo>
                    <a:pt x="3250679" y="179578"/>
                  </a:lnTo>
                  <a:lnTo>
                    <a:pt x="3224301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39"/>
                  </a:lnTo>
                  <a:lnTo>
                    <a:pt x="3158769" y="386930"/>
                  </a:lnTo>
                  <a:lnTo>
                    <a:pt x="3153156" y="432384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49"/>
                  </a:lnTo>
                  <a:lnTo>
                    <a:pt x="3163239" y="568985"/>
                  </a:lnTo>
                  <a:lnTo>
                    <a:pt x="3175457" y="613130"/>
                  </a:lnTo>
                  <a:lnTo>
                    <a:pt x="3191941" y="655853"/>
                  </a:lnTo>
                  <a:lnTo>
                    <a:pt x="3212528" y="696772"/>
                  </a:lnTo>
                  <a:lnTo>
                    <a:pt x="3237039" y="735469"/>
                  </a:lnTo>
                  <a:lnTo>
                    <a:pt x="3265208" y="771575"/>
                  </a:lnTo>
                  <a:lnTo>
                    <a:pt x="3296793" y="804748"/>
                  </a:lnTo>
                  <a:lnTo>
                    <a:pt x="3331476" y="834656"/>
                  </a:lnTo>
                  <a:lnTo>
                    <a:pt x="3368929" y="861034"/>
                  </a:lnTo>
                  <a:lnTo>
                    <a:pt x="3408781" y="883615"/>
                  </a:lnTo>
                  <a:lnTo>
                    <a:pt x="3450653" y="902169"/>
                  </a:lnTo>
                  <a:lnTo>
                    <a:pt x="3494138" y="916533"/>
                  </a:lnTo>
                  <a:lnTo>
                    <a:pt x="3538829" y="926579"/>
                  </a:lnTo>
                  <a:lnTo>
                    <a:pt x="3584283" y="932180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32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07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43"/>
                  </a:lnTo>
                  <a:lnTo>
                    <a:pt x="3986568" y="753859"/>
                  </a:lnTo>
                  <a:lnTo>
                    <a:pt x="4012933" y="716419"/>
                  </a:lnTo>
                  <a:lnTo>
                    <a:pt x="4035514" y="676567"/>
                  </a:lnTo>
                  <a:lnTo>
                    <a:pt x="4054068" y="634682"/>
                  </a:lnTo>
                  <a:lnTo>
                    <a:pt x="4068445" y="591197"/>
                  </a:lnTo>
                  <a:lnTo>
                    <a:pt x="4078478" y="546506"/>
                  </a:lnTo>
                  <a:lnTo>
                    <a:pt x="4084078" y="501053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3373873" y="280896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3443293" y="2878390"/>
              <a:ext cx="4086860" cy="933450"/>
            </a:xfrm>
            <a:custGeom>
              <a:rect b="b" l="l" r="r" t="t"/>
              <a:pathLst>
                <a:path extrusionOk="0" h="933450" w="4086859">
                  <a:moveTo>
                    <a:pt x="933450" y="466725"/>
                  </a:moveTo>
                  <a:lnTo>
                    <a:pt x="931202" y="420979"/>
                  </a:lnTo>
                  <a:lnTo>
                    <a:pt x="924483" y="375666"/>
                  </a:lnTo>
                  <a:lnTo>
                    <a:pt x="913345" y="331241"/>
                  </a:lnTo>
                  <a:lnTo>
                    <a:pt x="897915" y="288112"/>
                  </a:lnTo>
                  <a:lnTo>
                    <a:pt x="878332" y="246710"/>
                  </a:lnTo>
                  <a:lnTo>
                    <a:pt x="854786" y="207429"/>
                  </a:lnTo>
                  <a:lnTo>
                    <a:pt x="827506" y="170637"/>
                  </a:lnTo>
                  <a:lnTo>
                    <a:pt x="796747" y="136702"/>
                  </a:lnTo>
                  <a:lnTo>
                    <a:pt x="762812" y="105943"/>
                  </a:lnTo>
                  <a:lnTo>
                    <a:pt x="726020" y="78651"/>
                  </a:lnTo>
                  <a:lnTo>
                    <a:pt x="686739" y="55105"/>
                  </a:lnTo>
                  <a:lnTo>
                    <a:pt x="645325" y="35521"/>
                  </a:lnTo>
                  <a:lnTo>
                    <a:pt x="602208" y="20091"/>
                  </a:lnTo>
                  <a:lnTo>
                    <a:pt x="557771" y="8966"/>
                  </a:lnTo>
                  <a:lnTo>
                    <a:pt x="512470" y="2247"/>
                  </a:lnTo>
                  <a:lnTo>
                    <a:pt x="466725" y="0"/>
                  </a:lnTo>
                  <a:lnTo>
                    <a:pt x="455269" y="139"/>
                  </a:lnTo>
                  <a:lnTo>
                    <a:pt x="409587" y="3505"/>
                  </a:lnTo>
                  <a:lnTo>
                    <a:pt x="364451" y="11341"/>
                  </a:lnTo>
                  <a:lnTo>
                    <a:pt x="320319" y="23558"/>
                  </a:lnTo>
                  <a:lnTo>
                    <a:pt x="277583" y="40043"/>
                  </a:lnTo>
                  <a:lnTo>
                    <a:pt x="236664" y="60629"/>
                  </a:lnTo>
                  <a:lnTo>
                    <a:pt x="197980" y="85140"/>
                  </a:lnTo>
                  <a:lnTo>
                    <a:pt x="161861" y="113322"/>
                  </a:lnTo>
                  <a:lnTo>
                    <a:pt x="128689" y="144907"/>
                  </a:lnTo>
                  <a:lnTo>
                    <a:pt x="98780" y="179578"/>
                  </a:lnTo>
                  <a:lnTo>
                    <a:pt x="72402" y="217030"/>
                  </a:lnTo>
                  <a:lnTo>
                    <a:pt x="49834" y="256882"/>
                  </a:lnTo>
                  <a:lnTo>
                    <a:pt x="31267" y="298754"/>
                  </a:lnTo>
                  <a:lnTo>
                    <a:pt x="16903" y="342252"/>
                  </a:lnTo>
                  <a:lnTo>
                    <a:pt x="6870" y="386930"/>
                  </a:lnTo>
                  <a:lnTo>
                    <a:pt x="1257" y="432396"/>
                  </a:lnTo>
                  <a:lnTo>
                    <a:pt x="0" y="466725"/>
                  </a:lnTo>
                  <a:lnTo>
                    <a:pt x="139" y="478180"/>
                  </a:lnTo>
                  <a:lnTo>
                    <a:pt x="3505" y="523862"/>
                  </a:lnTo>
                  <a:lnTo>
                    <a:pt x="11341" y="568985"/>
                  </a:lnTo>
                  <a:lnTo>
                    <a:pt x="23558" y="613130"/>
                  </a:lnTo>
                  <a:lnTo>
                    <a:pt x="40043" y="655866"/>
                  </a:lnTo>
                  <a:lnTo>
                    <a:pt x="60629" y="696772"/>
                  </a:lnTo>
                  <a:lnTo>
                    <a:pt x="85140" y="735469"/>
                  </a:lnTo>
                  <a:lnTo>
                    <a:pt x="113309" y="771575"/>
                  </a:lnTo>
                  <a:lnTo>
                    <a:pt x="144894" y="804748"/>
                  </a:lnTo>
                  <a:lnTo>
                    <a:pt x="179578" y="834669"/>
                  </a:lnTo>
                  <a:lnTo>
                    <a:pt x="217030" y="861034"/>
                  </a:lnTo>
                  <a:lnTo>
                    <a:pt x="256882" y="883615"/>
                  </a:lnTo>
                  <a:lnTo>
                    <a:pt x="298754" y="902182"/>
                  </a:lnTo>
                  <a:lnTo>
                    <a:pt x="342239" y="916546"/>
                  </a:lnTo>
                  <a:lnTo>
                    <a:pt x="386930" y="926579"/>
                  </a:lnTo>
                  <a:lnTo>
                    <a:pt x="432384" y="932180"/>
                  </a:lnTo>
                  <a:lnTo>
                    <a:pt x="466725" y="933450"/>
                  </a:lnTo>
                  <a:lnTo>
                    <a:pt x="478180" y="933310"/>
                  </a:lnTo>
                  <a:lnTo>
                    <a:pt x="523862" y="929944"/>
                  </a:lnTo>
                  <a:lnTo>
                    <a:pt x="568985" y="922108"/>
                  </a:lnTo>
                  <a:lnTo>
                    <a:pt x="613130" y="909891"/>
                  </a:lnTo>
                  <a:lnTo>
                    <a:pt x="655866" y="893406"/>
                  </a:lnTo>
                  <a:lnTo>
                    <a:pt x="696772" y="872820"/>
                  </a:lnTo>
                  <a:lnTo>
                    <a:pt x="735469" y="848309"/>
                  </a:lnTo>
                  <a:lnTo>
                    <a:pt x="771575" y="820127"/>
                  </a:lnTo>
                  <a:lnTo>
                    <a:pt x="804748" y="788543"/>
                  </a:lnTo>
                  <a:lnTo>
                    <a:pt x="834669" y="753859"/>
                  </a:lnTo>
                  <a:lnTo>
                    <a:pt x="861034" y="716419"/>
                  </a:lnTo>
                  <a:lnTo>
                    <a:pt x="883615" y="676567"/>
                  </a:lnTo>
                  <a:lnTo>
                    <a:pt x="902169" y="634695"/>
                  </a:lnTo>
                  <a:lnTo>
                    <a:pt x="916546" y="591197"/>
                  </a:lnTo>
                  <a:lnTo>
                    <a:pt x="926579" y="546519"/>
                  </a:lnTo>
                  <a:lnTo>
                    <a:pt x="932180" y="501053"/>
                  </a:lnTo>
                  <a:lnTo>
                    <a:pt x="933450" y="466725"/>
                  </a:lnTo>
                  <a:close/>
                </a:path>
                <a:path extrusionOk="0" h="933450" w="4086859">
                  <a:moveTo>
                    <a:pt x="4086771" y="466725"/>
                  </a:moveTo>
                  <a:lnTo>
                    <a:pt x="4084523" y="420979"/>
                  </a:lnTo>
                  <a:lnTo>
                    <a:pt x="4077792" y="375666"/>
                  </a:lnTo>
                  <a:lnTo>
                    <a:pt x="4066667" y="331241"/>
                  </a:lnTo>
                  <a:lnTo>
                    <a:pt x="4051236" y="288112"/>
                  </a:lnTo>
                  <a:lnTo>
                    <a:pt x="4031653" y="246710"/>
                  </a:lnTo>
                  <a:lnTo>
                    <a:pt x="4008107" y="207429"/>
                  </a:lnTo>
                  <a:lnTo>
                    <a:pt x="3980827" y="170637"/>
                  </a:lnTo>
                  <a:lnTo>
                    <a:pt x="3950068" y="136702"/>
                  </a:lnTo>
                  <a:lnTo>
                    <a:pt x="3916134" y="105943"/>
                  </a:lnTo>
                  <a:lnTo>
                    <a:pt x="3879342" y="78651"/>
                  </a:lnTo>
                  <a:lnTo>
                    <a:pt x="3840048" y="55105"/>
                  </a:lnTo>
                  <a:lnTo>
                    <a:pt x="3798646" y="35521"/>
                  </a:lnTo>
                  <a:lnTo>
                    <a:pt x="3755529" y="20091"/>
                  </a:lnTo>
                  <a:lnTo>
                    <a:pt x="3711092" y="8966"/>
                  </a:lnTo>
                  <a:lnTo>
                    <a:pt x="3665791" y="2247"/>
                  </a:lnTo>
                  <a:lnTo>
                    <a:pt x="3620046" y="0"/>
                  </a:lnTo>
                  <a:lnTo>
                    <a:pt x="3608578" y="139"/>
                  </a:lnTo>
                  <a:lnTo>
                    <a:pt x="3562908" y="3505"/>
                  </a:lnTo>
                  <a:lnTo>
                    <a:pt x="3517773" y="11341"/>
                  </a:lnTo>
                  <a:lnTo>
                    <a:pt x="3473640" y="23558"/>
                  </a:lnTo>
                  <a:lnTo>
                    <a:pt x="3430905" y="40043"/>
                  </a:lnTo>
                  <a:lnTo>
                    <a:pt x="3389985" y="60629"/>
                  </a:lnTo>
                  <a:lnTo>
                    <a:pt x="3351288" y="85140"/>
                  </a:lnTo>
                  <a:lnTo>
                    <a:pt x="3315182" y="113322"/>
                  </a:lnTo>
                  <a:lnTo>
                    <a:pt x="3282010" y="144907"/>
                  </a:lnTo>
                  <a:lnTo>
                    <a:pt x="3252101" y="179578"/>
                  </a:lnTo>
                  <a:lnTo>
                    <a:pt x="3225723" y="217030"/>
                  </a:lnTo>
                  <a:lnTo>
                    <a:pt x="3203143" y="256882"/>
                  </a:lnTo>
                  <a:lnTo>
                    <a:pt x="3184588" y="298754"/>
                  </a:lnTo>
                  <a:lnTo>
                    <a:pt x="3170224" y="342252"/>
                  </a:lnTo>
                  <a:lnTo>
                    <a:pt x="3160191" y="386930"/>
                  </a:lnTo>
                  <a:lnTo>
                    <a:pt x="3154578" y="432396"/>
                  </a:lnTo>
                  <a:lnTo>
                    <a:pt x="3153321" y="466725"/>
                  </a:lnTo>
                  <a:lnTo>
                    <a:pt x="3153460" y="478180"/>
                  </a:lnTo>
                  <a:lnTo>
                    <a:pt x="3156826" y="523862"/>
                  </a:lnTo>
                  <a:lnTo>
                    <a:pt x="3164662" y="568985"/>
                  </a:lnTo>
                  <a:lnTo>
                    <a:pt x="3176879" y="613130"/>
                  </a:lnTo>
                  <a:lnTo>
                    <a:pt x="3193351" y="655866"/>
                  </a:lnTo>
                  <a:lnTo>
                    <a:pt x="3213951" y="696772"/>
                  </a:lnTo>
                  <a:lnTo>
                    <a:pt x="3238462" y="735469"/>
                  </a:lnTo>
                  <a:lnTo>
                    <a:pt x="3266630" y="771575"/>
                  </a:lnTo>
                  <a:lnTo>
                    <a:pt x="3298215" y="804748"/>
                  </a:lnTo>
                  <a:lnTo>
                    <a:pt x="3332899" y="834669"/>
                  </a:lnTo>
                  <a:lnTo>
                    <a:pt x="3370351" y="861034"/>
                  </a:lnTo>
                  <a:lnTo>
                    <a:pt x="3410204" y="883615"/>
                  </a:lnTo>
                  <a:lnTo>
                    <a:pt x="3452076" y="902182"/>
                  </a:lnTo>
                  <a:lnTo>
                    <a:pt x="3495560" y="916546"/>
                  </a:lnTo>
                  <a:lnTo>
                    <a:pt x="3540252" y="926579"/>
                  </a:lnTo>
                  <a:lnTo>
                    <a:pt x="3585705" y="932180"/>
                  </a:lnTo>
                  <a:lnTo>
                    <a:pt x="3620046" y="933450"/>
                  </a:lnTo>
                  <a:lnTo>
                    <a:pt x="3631501" y="933310"/>
                  </a:lnTo>
                  <a:lnTo>
                    <a:pt x="3677170" y="929944"/>
                  </a:lnTo>
                  <a:lnTo>
                    <a:pt x="3722306" y="922108"/>
                  </a:lnTo>
                  <a:lnTo>
                    <a:pt x="3766451" y="909891"/>
                  </a:lnTo>
                  <a:lnTo>
                    <a:pt x="3809174" y="893406"/>
                  </a:lnTo>
                  <a:lnTo>
                    <a:pt x="3850094" y="872820"/>
                  </a:lnTo>
                  <a:lnTo>
                    <a:pt x="3888790" y="848309"/>
                  </a:lnTo>
                  <a:lnTo>
                    <a:pt x="3924897" y="820127"/>
                  </a:lnTo>
                  <a:lnTo>
                    <a:pt x="3958069" y="788543"/>
                  </a:lnTo>
                  <a:lnTo>
                    <a:pt x="3987990" y="753859"/>
                  </a:lnTo>
                  <a:lnTo>
                    <a:pt x="4014355" y="716419"/>
                  </a:lnTo>
                  <a:lnTo>
                    <a:pt x="4036936" y="676567"/>
                  </a:lnTo>
                  <a:lnTo>
                    <a:pt x="4055491" y="634695"/>
                  </a:lnTo>
                  <a:lnTo>
                    <a:pt x="4069854" y="591197"/>
                  </a:lnTo>
                  <a:lnTo>
                    <a:pt x="4079900" y="546519"/>
                  </a:lnTo>
                  <a:lnTo>
                    <a:pt x="4085501" y="501053"/>
                  </a:lnTo>
                  <a:lnTo>
                    <a:pt x="4086771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12631049" y="4657355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12700470" y="4676507"/>
              <a:ext cx="2610485" cy="984250"/>
            </a:xfrm>
            <a:custGeom>
              <a:rect b="b" l="l" r="r" t="t"/>
              <a:pathLst>
                <a:path extrusionOk="0" h="984250" w="2610484">
                  <a:moveTo>
                    <a:pt x="933450" y="517004"/>
                  </a:moveTo>
                  <a:lnTo>
                    <a:pt x="931202" y="471258"/>
                  </a:lnTo>
                  <a:lnTo>
                    <a:pt x="924483" y="425945"/>
                  </a:lnTo>
                  <a:lnTo>
                    <a:pt x="913345" y="381520"/>
                  </a:lnTo>
                  <a:lnTo>
                    <a:pt x="897915" y="338391"/>
                  </a:lnTo>
                  <a:lnTo>
                    <a:pt x="878332" y="296989"/>
                  </a:lnTo>
                  <a:lnTo>
                    <a:pt x="854786" y="257708"/>
                  </a:lnTo>
                  <a:lnTo>
                    <a:pt x="827506" y="220916"/>
                  </a:lnTo>
                  <a:lnTo>
                    <a:pt x="796747" y="186982"/>
                  </a:lnTo>
                  <a:lnTo>
                    <a:pt x="762812" y="156222"/>
                  </a:lnTo>
                  <a:lnTo>
                    <a:pt x="726020" y="128930"/>
                  </a:lnTo>
                  <a:lnTo>
                    <a:pt x="686739" y="105384"/>
                  </a:lnTo>
                  <a:lnTo>
                    <a:pt x="645325" y="85801"/>
                  </a:lnTo>
                  <a:lnTo>
                    <a:pt x="602208" y="70370"/>
                  </a:lnTo>
                  <a:lnTo>
                    <a:pt x="557771" y="59245"/>
                  </a:lnTo>
                  <a:lnTo>
                    <a:pt x="512470" y="52527"/>
                  </a:lnTo>
                  <a:lnTo>
                    <a:pt x="466725" y="50279"/>
                  </a:lnTo>
                  <a:lnTo>
                    <a:pt x="455269" y="50419"/>
                  </a:lnTo>
                  <a:lnTo>
                    <a:pt x="409587" y="53784"/>
                  </a:lnTo>
                  <a:lnTo>
                    <a:pt x="364464" y="61620"/>
                  </a:lnTo>
                  <a:lnTo>
                    <a:pt x="320319" y="73837"/>
                  </a:lnTo>
                  <a:lnTo>
                    <a:pt x="277583" y="90322"/>
                  </a:lnTo>
                  <a:lnTo>
                    <a:pt x="236677" y="110909"/>
                  </a:lnTo>
                  <a:lnTo>
                    <a:pt x="197980" y="135420"/>
                  </a:lnTo>
                  <a:lnTo>
                    <a:pt x="161861" y="163588"/>
                  </a:lnTo>
                  <a:lnTo>
                    <a:pt x="128701" y="195173"/>
                  </a:lnTo>
                  <a:lnTo>
                    <a:pt x="98780" y="229857"/>
                  </a:lnTo>
                  <a:lnTo>
                    <a:pt x="72402" y="267309"/>
                  </a:lnTo>
                  <a:lnTo>
                    <a:pt x="49834" y="307162"/>
                  </a:lnTo>
                  <a:lnTo>
                    <a:pt x="31267" y="349034"/>
                  </a:lnTo>
                  <a:lnTo>
                    <a:pt x="16903" y="392518"/>
                  </a:lnTo>
                  <a:lnTo>
                    <a:pt x="6870" y="437210"/>
                  </a:lnTo>
                  <a:lnTo>
                    <a:pt x="1257" y="482663"/>
                  </a:lnTo>
                  <a:lnTo>
                    <a:pt x="0" y="517004"/>
                  </a:lnTo>
                  <a:lnTo>
                    <a:pt x="139" y="528459"/>
                  </a:lnTo>
                  <a:lnTo>
                    <a:pt x="3505" y="574141"/>
                  </a:lnTo>
                  <a:lnTo>
                    <a:pt x="11341" y="619264"/>
                  </a:lnTo>
                  <a:lnTo>
                    <a:pt x="23558" y="663409"/>
                  </a:lnTo>
                  <a:lnTo>
                    <a:pt x="40043" y="706145"/>
                  </a:lnTo>
                  <a:lnTo>
                    <a:pt x="60629" y="747052"/>
                  </a:lnTo>
                  <a:lnTo>
                    <a:pt x="85140" y="785749"/>
                  </a:lnTo>
                  <a:lnTo>
                    <a:pt x="113322" y="821855"/>
                  </a:lnTo>
                  <a:lnTo>
                    <a:pt x="144894" y="855027"/>
                  </a:lnTo>
                  <a:lnTo>
                    <a:pt x="179578" y="884948"/>
                  </a:lnTo>
                  <a:lnTo>
                    <a:pt x="217030" y="911313"/>
                  </a:lnTo>
                  <a:lnTo>
                    <a:pt x="256882" y="933894"/>
                  </a:lnTo>
                  <a:lnTo>
                    <a:pt x="298754" y="952449"/>
                  </a:lnTo>
                  <a:lnTo>
                    <a:pt x="342239" y="966825"/>
                  </a:lnTo>
                  <a:lnTo>
                    <a:pt x="386930" y="976858"/>
                  </a:lnTo>
                  <a:lnTo>
                    <a:pt x="432396" y="982459"/>
                  </a:lnTo>
                  <a:lnTo>
                    <a:pt x="466725" y="983729"/>
                  </a:lnTo>
                  <a:lnTo>
                    <a:pt x="478180" y="983589"/>
                  </a:lnTo>
                  <a:lnTo>
                    <a:pt x="523862" y="980211"/>
                  </a:lnTo>
                  <a:lnTo>
                    <a:pt x="568985" y="972388"/>
                  </a:lnTo>
                  <a:lnTo>
                    <a:pt x="613130" y="960170"/>
                  </a:lnTo>
                  <a:lnTo>
                    <a:pt x="655866" y="943686"/>
                  </a:lnTo>
                  <a:lnTo>
                    <a:pt x="696772" y="923086"/>
                  </a:lnTo>
                  <a:lnTo>
                    <a:pt x="735469" y="898588"/>
                  </a:lnTo>
                  <a:lnTo>
                    <a:pt x="771575" y="870407"/>
                  </a:lnTo>
                  <a:lnTo>
                    <a:pt x="804748" y="838822"/>
                  </a:lnTo>
                  <a:lnTo>
                    <a:pt x="834669" y="804138"/>
                  </a:lnTo>
                  <a:lnTo>
                    <a:pt x="861034" y="766699"/>
                  </a:lnTo>
                  <a:lnTo>
                    <a:pt x="883615" y="726846"/>
                  </a:lnTo>
                  <a:lnTo>
                    <a:pt x="902169" y="684974"/>
                  </a:lnTo>
                  <a:lnTo>
                    <a:pt x="916546" y="641477"/>
                  </a:lnTo>
                  <a:lnTo>
                    <a:pt x="926579" y="596785"/>
                  </a:lnTo>
                  <a:lnTo>
                    <a:pt x="932180" y="551332"/>
                  </a:lnTo>
                  <a:lnTo>
                    <a:pt x="933450" y="517004"/>
                  </a:lnTo>
                  <a:close/>
                </a:path>
                <a:path extrusionOk="0" h="984250" w="2610484">
                  <a:moveTo>
                    <a:pt x="2610269" y="466725"/>
                  </a:moveTo>
                  <a:lnTo>
                    <a:pt x="2608021" y="420979"/>
                  </a:lnTo>
                  <a:lnTo>
                    <a:pt x="2601290" y="375678"/>
                  </a:lnTo>
                  <a:lnTo>
                    <a:pt x="2590165" y="331241"/>
                  </a:lnTo>
                  <a:lnTo>
                    <a:pt x="2574734" y="288112"/>
                  </a:lnTo>
                  <a:lnTo>
                    <a:pt x="2555151" y="246710"/>
                  </a:lnTo>
                  <a:lnTo>
                    <a:pt x="2531605" y="207429"/>
                  </a:lnTo>
                  <a:lnTo>
                    <a:pt x="2504325" y="170637"/>
                  </a:lnTo>
                  <a:lnTo>
                    <a:pt x="2473566" y="136702"/>
                  </a:lnTo>
                  <a:lnTo>
                    <a:pt x="2439632" y="105943"/>
                  </a:lnTo>
                  <a:lnTo>
                    <a:pt x="2402840" y="78663"/>
                  </a:lnTo>
                  <a:lnTo>
                    <a:pt x="2363546" y="55118"/>
                  </a:lnTo>
                  <a:lnTo>
                    <a:pt x="2322144" y="35534"/>
                  </a:lnTo>
                  <a:lnTo>
                    <a:pt x="2279027" y="20104"/>
                  </a:lnTo>
                  <a:lnTo>
                    <a:pt x="2234590" y="8966"/>
                  </a:lnTo>
                  <a:lnTo>
                    <a:pt x="2189289" y="2247"/>
                  </a:lnTo>
                  <a:lnTo>
                    <a:pt x="2143544" y="0"/>
                  </a:lnTo>
                  <a:lnTo>
                    <a:pt x="2132076" y="139"/>
                  </a:lnTo>
                  <a:lnTo>
                    <a:pt x="2086406" y="3517"/>
                  </a:lnTo>
                  <a:lnTo>
                    <a:pt x="2041271" y="11341"/>
                  </a:lnTo>
                  <a:lnTo>
                    <a:pt x="1997138" y="23558"/>
                  </a:lnTo>
                  <a:lnTo>
                    <a:pt x="1954403" y="40043"/>
                  </a:lnTo>
                  <a:lnTo>
                    <a:pt x="1913483" y="60642"/>
                  </a:lnTo>
                  <a:lnTo>
                    <a:pt x="1874786" y="85140"/>
                  </a:lnTo>
                  <a:lnTo>
                    <a:pt x="1838680" y="113322"/>
                  </a:lnTo>
                  <a:lnTo>
                    <a:pt x="1805508" y="144907"/>
                  </a:lnTo>
                  <a:lnTo>
                    <a:pt x="1775599" y="179590"/>
                  </a:lnTo>
                  <a:lnTo>
                    <a:pt x="1749221" y="217030"/>
                  </a:lnTo>
                  <a:lnTo>
                    <a:pt x="1726641" y="256882"/>
                  </a:lnTo>
                  <a:lnTo>
                    <a:pt x="1708086" y="298754"/>
                  </a:lnTo>
                  <a:lnTo>
                    <a:pt x="1693722" y="342252"/>
                  </a:lnTo>
                  <a:lnTo>
                    <a:pt x="1683689" y="386943"/>
                  </a:lnTo>
                  <a:lnTo>
                    <a:pt x="1678076" y="432396"/>
                  </a:lnTo>
                  <a:lnTo>
                    <a:pt x="1676819" y="466725"/>
                  </a:lnTo>
                  <a:lnTo>
                    <a:pt x="1676958" y="478180"/>
                  </a:lnTo>
                  <a:lnTo>
                    <a:pt x="1680324" y="523862"/>
                  </a:lnTo>
                  <a:lnTo>
                    <a:pt x="1688160" y="568985"/>
                  </a:lnTo>
                  <a:lnTo>
                    <a:pt x="1700377" y="613130"/>
                  </a:lnTo>
                  <a:lnTo>
                    <a:pt x="1716849" y="655866"/>
                  </a:lnTo>
                  <a:lnTo>
                    <a:pt x="1737448" y="696772"/>
                  </a:lnTo>
                  <a:lnTo>
                    <a:pt x="1761959" y="735469"/>
                  </a:lnTo>
                  <a:lnTo>
                    <a:pt x="1790128" y="771575"/>
                  </a:lnTo>
                  <a:lnTo>
                    <a:pt x="1821713" y="804748"/>
                  </a:lnTo>
                  <a:lnTo>
                    <a:pt x="1856397" y="834669"/>
                  </a:lnTo>
                  <a:lnTo>
                    <a:pt x="1893849" y="861047"/>
                  </a:lnTo>
                  <a:lnTo>
                    <a:pt x="1933702" y="883615"/>
                  </a:lnTo>
                  <a:lnTo>
                    <a:pt x="1975573" y="902182"/>
                  </a:lnTo>
                  <a:lnTo>
                    <a:pt x="2019058" y="916546"/>
                  </a:lnTo>
                  <a:lnTo>
                    <a:pt x="2063750" y="926579"/>
                  </a:lnTo>
                  <a:lnTo>
                    <a:pt x="2109203" y="932192"/>
                  </a:lnTo>
                  <a:lnTo>
                    <a:pt x="2143544" y="933450"/>
                  </a:lnTo>
                  <a:lnTo>
                    <a:pt x="2154999" y="933310"/>
                  </a:lnTo>
                  <a:lnTo>
                    <a:pt x="2200668" y="929944"/>
                  </a:lnTo>
                  <a:lnTo>
                    <a:pt x="2245804" y="922108"/>
                  </a:lnTo>
                  <a:lnTo>
                    <a:pt x="2289949" y="909891"/>
                  </a:lnTo>
                  <a:lnTo>
                    <a:pt x="2332672" y="893406"/>
                  </a:lnTo>
                  <a:lnTo>
                    <a:pt x="2373592" y="872820"/>
                  </a:lnTo>
                  <a:lnTo>
                    <a:pt x="2412288" y="848309"/>
                  </a:lnTo>
                  <a:lnTo>
                    <a:pt x="2448395" y="820127"/>
                  </a:lnTo>
                  <a:lnTo>
                    <a:pt x="2481567" y="788555"/>
                  </a:lnTo>
                  <a:lnTo>
                    <a:pt x="2511488" y="753872"/>
                  </a:lnTo>
                  <a:lnTo>
                    <a:pt x="2537853" y="716419"/>
                  </a:lnTo>
                  <a:lnTo>
                    <a:pt x="2560434" y="676567"/>
                  </a:lnTo>
                  <a:lnTo>
                    <a:pt x="2578989" y="634695"/>
                  </a:lnTo>
                  <a:lnTo>
                    <a:pt x="2593352" y="591210"/>
                  </a:lnTo>
                  <a:lnTo>
                    <a:pt x="2603398" y="546519"/>
                  </a:lnTo>
                  <a:lnTo>
                    <a:pt x="2608999" y="501053"/>
                  </a:lnTo>
                  <a:lnTo>
                    <a:pt x="2610269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16596614" y="472677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10291400" y="472677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0957722" y="682935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11964028" y="675993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12033451" y="682935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625076" y="6829360"/>
              <a:ext cx="4676140" cy="933450"/>
            </a:xfrm>
            <a:custGeom>
              <a:rect b="b" l="l" r="r" t="t"/>
              <a:pathLst>
                <a:path extrusionOk="0" h="933450" w="4676140">
                  <a:moveTo>
                    <a:pt x="933450" y="466725"/>
                  </a:moveTo>
                  <a:lnTo>
                    <a:pt x="931202" y="420979"/>
                  </a:lnTo>
                  <a:lnTo>
                    <a:pt x="924483" y="375666"/>
                  </a:lnTo>
                  <a:lnTo>
                    <a:pt x="913345" y="331241"/>
                  </a:lnTo>
                  <a:lnTo>
                    <a:pt x="897915" y="288112"/>
                  </a:lnTo>
                  <a:lnTo>
                    <a:pt x="878332" y="246710"/>
                  </a:lnTo>
                  <a:lnTo>
                    <a:pt x="854786" y="207429"/>
                  </a:lnTo>
                  <a:lnTo>
                    <a:pt x="827506" y="170637"/>
                  </a:lnTo>
                  <a:lnTo>
                    <a:pt x="796747" y="136702"/>
                  </a:lnTo>
                  <a:lnTo>
                    <a:pt x="762812" y="105943"/>
                  </a:lnTo>
                  <a:lnTo>
                    <a:pt x="726020" y="78651"/>
                  </a:lnTo>
                  <a:lnTo>
                    <a:pt x="686739" y="55105"/>
                  </a:lnTo>
                  <a:lnTo>
                    <a:pt x="645325" y="35521"/>
                  </a:lnTo>
                  <a:lnTo>
                    <a:pt x="602208" y="20091"/>
                  </a:lnTo>
                  <a:lnTo>
                    <a:pt x="557771" y="8966"/>
                  </a:lnTo>
                  <a:lnTo>
                    <a:pt x="512470" y="2247"/>
                  </a:lnTo>
                  <a:lnTo>
                    <a:pt x="466725" y="0"/>
                  </a:lnTo>
                  <a:lnTo>
                    <a:pt x="455269" y="139"/>
                  </a:lnTo>
                  <a:lnTo>
                    <a:pt x="409587" y="3505"/>
                  </a:lnTo>
                  <a:lnTo>
                    <a:pt x="364464" y="11341"/>
                  </a:lnTo>
                  <a:lnTo>
                    <a:pt x="320319" y="23558"/>
                  </a:lnTo>
                  <a:lnTo>
                    <a:pt x="277583" y="40043"/>
                  </a:lnTo>
                  <a:lnTo>
                    <a:pt x="236664" y="60629"/>
                  </a:lnTo>
                  <a:lnTo>
                    <a:pt x="197980" y="85140"/>
                  </a:lnTo>
                  <a:lnTo>
                    <a:pt x="161861" y="113322"/>
                  </a:lnTo>
                  <a:lnTo>
                    <a:pt x="128689" y="144894"/>
                  </a:lnTo>
                  <a:lnTo>
                    <a:pt x="98780" y="179578"/>
                  </a:lnTo>
                  <a:lnTo>
                    <a:pt x="72402" y="217030"/>
                  </a:lnTo>
                  <a:lnTo>
                    <a:pt x="49834" y="256882"/>
                  </a:lnTo>
                  <a:lnTo>
                    <a:pt x="31267" y="298754"/>
                  </a:lnTo>
                  <a:lnTo>
                    <a:pt x="16903" y="342239"/>
                  </a:lnTo>
                  <a:lnTo>
                    <a:pt x="6870" y="386930"/>
                  </a:lnTo>
                  <a:lnTo>
                    <a:pt x="1257" y="432396"/>
                  </a:lnTo>
                  <a:lnTo>
                    <a:pt x="0" y="466725"/>
                  </a:lnTo>
                  <a:lnTo>
                    <a:pt x="139" y="478180"/>
                  </a:lnTo>
                  <a:lnTo>
                    <a:pt x="3505" y="523862"/>
                  </a:lnTo>
                  <a:lnTo>
                    <a:pt x="11341" y="568985"/>
                  </a:lnTo>
                  <a:lnTo>
                    <a:pt x="23558" y="613130"/>
                  </a:lnTo>
                  <a:lnTo>
                    <a:pt x="40043" y="655866"/>
                  </a:lnTo>
                  <a:lnTo>
                    <a:pt x="60629" y="696772"/>
                  </a:lnTo>
                  <a:lnTo>
                    <a:pt x="85140" y="735469"/>
                  </a:lnTo>
                  <a:lnTo>
                    <a:pt x="113309" y="771575"/>
                  </a:lnTo>
                  <a:lnTo>
                    <a:pt x="144894" y="804748"/>
                  </a:lnTo>
                  <a:lnTo>
                    <a:pt x="179578" y="834669"/>
                  </a:lnTo>
                  <a:lnTo>
                    <a:pt x="217030" y="861034"/>
                  </a:lnTo>
                  <a:lnTo>
                    <a:pt x="256882" y="883615"/>
                  </a:lnTo>
                  <a:lnTo>
                    <a:pt x="298754" y="902182"/>
                  </a:lnTo>
                  <a:lnTo>
                    <a:pt x="342239" y="916546"/>
                  </a:lnTo>
                  <a:lnTo>
                    <a:pt x="386930" y="926579"/>
                  </a:lnTo>
                  <a:lnTo>
                    <a:pt x="432396" y="932180"/>
                  </a:lnTo>
                  <a:lnTo>
                    <a:pt x="466725" y="933450"/>
                  </a:lnTo>
                  <a:lnTo>
                    <a:pt x="478180" y="933310"/>
                  </a:lnTo>
                  <a:lnTo>
                    <a:pt x="523862" y="929944"/>
                  </a:lnTo>
                  <a:lnTo>
                    <a:pt x="568985" y="922108"/>
                  </a:lnTo>
                  <a:lnTo>
                    <a:pt x="613130" y="909891"/>
                  </a:lnTo>
                  <a:lnTo>
                    <a:pt x="655866" y="893406"/>
                  </a:lnTo>
                  <a:lnTo>
                    <a:pt x="696772" y="872807"/>
                  </a:lnTo>
                  <a:lnTo>
                    <a:pt x="735469" y="848309"/>
                  </a:lnTo>
                  <a:lnTo>
                    <a:pt x="771575" y="820127"/>
                  </a:lnTo>
                  <a:lnTo>
                    <a:pt x="804748" y="788543"/>
                  </a:lnTo>
                  <a:lnTo>
                    <a:pt x="834669" y="753859"/>
                  </a:lnTo>
                  <a:lnTo>
                    <a:pt x="861034" y="716419"/>
                  </a:lnTo>
                  <a:lnTo>
                    <a:pt x="883615" y="676567"/>
                  </a:lnTo>
                  <a:lnTo>
                    <a:pt x="902169" y="634695"/>
                  </a:lnTo>
                  <a:lnTo>
                    <a:pt x="916546" y="591197"/>
                  </a:lnTo>
                  <a:lnTo>
                    <a:pt x="926579" y="546519"/>
                  </a:lnTo>
                  <a:lnTo>
                    <a:pt x="932180" y="501053"/>
                  </a:lnTo>
                  <a:lnTo>
                    <a:pt x="933450" y="466725"/>
                  </a:lnTo>
                  <a:close/>
                </a:path>
                <a:path extrusionOk="0" h="933450" w="4676140">
                  <a:moveTo>
                    <a:pt x="4675860" y="466725"/>
                  </a:moveTo>
                  <a:lnTo>
                    <a:pt x="4673612" y="420979"/>
                  </a:lnTo>
                  <a:lnTo>
                    <a:pt x="4666894" y="375666"/>
                  </a:lnTo>
                  <a:lnTo>
                    <a:pt x="4655769" y="331241"/>
                  </a:lnTo>
                  <a:lnTo>
                    <a:pt x="4640338" y="288112"/>
                  </a:lnTo>
                  <a:lnTo>
                    <a:pt x="4620755" y="246710"/>
                  </a:lnTo>
                  <a:lnTo>
                    <a:pt x="4597209" y="207429"/>
                  </a:lnTo>
                  <a:lnTo>
                    <a:pt x="4569917" y="170637"/>
                  </a:lnTo>
                  <a:lnTo>
                    <a:pt x="4539158" y="136702"/>
                  </a:lnTo>
                  <a:lnTo>
                    <a:pt x="4505223" y="105943"/>
                  </a:lnTo>
                  <a:lnTo>
                    <a:pt x="4468431" y="78651"/>
                  </a:lnTo>
                  <a:lnTo>
                    <a:pt x="4429150" y="55105"/>
                  </a:lnTo>
                  <a:lnTo>
                    <a:pt x="4387748" y="35521"/>
                  </a:lnTo>
                  <a:lnTo>
                    <a:pt x="4344619" y="20091"/>
                  </a:lnTo>
                  <a:lnTo>
                    <a:pt x="4300194" y="8966"/>
                  </a:lnTo>
                  <a:lnTo>
                    <a:pt x="4254881" y="2247"/>
                  </a:lnTo>
                  <a:lnTo>
                    <a:pt x="4209135" y="0"/>
                  </a:lnTo>
                  <a:lnTo>
                    <a:pt x="4197680" y="139"/>
                  </a:lnTo>
                  <a:lnTo>
                    <a:pt x="4151998" y="3505"/>
                  </a:lnTo>
                  <a:lnTo>
                    <a:pt x="4106875" y="11341"/>
                  </a:lnTo>
                  <a:lnTo>
                    <a:pt x="4062730" y="23558"/>
                  </a:lnTo>
                  <a:lnTo>
                    <a:pt x="4019994" y="40043"/>
                  </a:lnTo>
                  <a:lnTo>
                    <a:pt x="3979087" y="60629"/>
                  </a:lnTo>
                  <a:lnTo>
                    <a:pt x="3940391" y="85140"/>
                  </a:lnTo>
                  <a:lnTo>
                    <a:pt x="3904284" y="113322"/>
                  </a:lnTo>
                  <a:lnTo>
                    <a:pt x="3871112" y="144894"/>
                  </a:lnTo>
                  <a:lnTo>
                    <a:pt x="3841191" y="179578"/>
                  </a:lnTo>
                  <a:lnTo>
                    <a:pt x="3814826" y="217030"/>
                  </a:lnTo>
                  <a:lnTo>
                    <a:pt x="3792245" y="256882"/>
                  </a:lnTo>
                  <a:lnTo>
                    <a:pt x="3773690" y="298754"/>
                  </a:lnTo>
                  <a:lnTo>
                    <a:pt x="3759314" y="342239"/>
                  </a:lnTo>
                  <a:lnTo>
                    <a:pt x="3749281" y="386930"/>
                  </a:lnTo>
                  <a:lnTo>
                    <a:pt x="3743680" y="432396"/>
                  </a:lnTo>
                  <a:lnTo>
                    <a:pt x="3742410" y="466725"/>
                  </a:lnTo>
                  <a:lnTo>
                    <a:pt x="3742550" y="478180"/>
                  </a:lnTo>
                  <a:lnTo>
                    <a:pt x="3745928" y="523862"/>
                  </a:lnTo>
                  <a:lnTo>
                    <a:pt x="3753751" y="568985"/>
                  </a:lnTo>
                  <a:lnTo>
                    <a:pt x="3765969" y="613130"/>
                  </a:lnTo>
                  <a:lnTo>
                    <a:pt x="3782453" y="655866"/>
                  </a:lnTo>
                  <a:lnTo>
                    <a:pt x="3803053" y="696772"/>
                  </a:lnTo>
                  <a:lnTo>
                    <a:pt x="3827551" y="735469"/>
                  </a:lnTo>
                  <a:lnTo>
                    <a:pt x="3855732" y="771575"/>
                  </a:lnTo>
                  <a:lnTo>
                    <a:pt x="3887317" y="804748"/>
                  </a:lnTo>
                  <a:lnTo>
                    <a:pt x="3922001" y="834669"/>
                  </a:lnTo>
                  <a:lnTo>
                    <a:pt x="3959441" y="861034"/>
                  </a:lnTo>
                  <a:lnTo>
                    <a:pt x="3999293" y="883615"/>
                  </a:lnTo>
                  <a:lnTo>
                    <a:pt x="4041165" y="902182"/>
                  </a:lnTo>
                  <a:lnTo>
                    <a:pt x="4084663" y="916546"/>
                  </a:lnTo>
                  <a:lnTo>
                    <a:pt x="4129354" y="926579"/>
                  </a:lnTo>
                  <a:lnTo>
                    <a:pt x="4174807" y="932180"/>
                  </a:lnTo>
                  <a:lnTo>
                    <a:pt x="4209135" y="933450"/>
                  </a:lnTo>
                  <a:lnTo>
                    <a:pt x="4220591" y="933310"/>
                  </a:lnTo>
                  <a:lnTo>
                    <a:pt x="4266273" y="929944"/>
                  </a:lnTo>
                  <a:lnTo>
                    <a:pt x="4311396" y="922108"/>
                  </a:lnTo>
                  <a:lnTo>
                    <a:pt x="4355541" y="909891"/>
                  </a:lnTo>
                  <a:lnTo>
                    <a:pt x="4398276" y="893406"/>
                  </a:lnTo>
                  <a:lnTo>
                    <a:pt x="4439183" y="872807"/>
                  </a:lnTo>
                  <a:lnTo>
                    <a:pt x="4477880" y="848309"/>
                  </a:lnTo>
                  <a:lnTo>
                    <a:pt x="4513986" y="820127"/>
                  </a:lnTo>
                  <a:lnTo>
                    <a:pt x="4547159" y="788543"/>
                  </a:lnTo>
                  <a:lnTo>
                    <a:pt x="4577080" y="753859"/>
                  </a:lnTo>
                  <a:lnTo>
                    <a:pt x="4603458" y="716419"/>
                  </a:lnTo>
                  <a:lnTo>
                    <a:pt x="4626026" y="676567"/>
                  </a:lnTo>
                  <a:lnTo>
                    <a:pt x="4644593" y="634695"/>
                  </a:lnTo>
                  <a:lnTo>
                    <a:pt x="4658957" y="591197"/>
                  </a:lnTo>
                  <a:lnTo>
                    <a:pt x="4668990" y="546519"/>
                  </a:lnTo>
                  <a:lnTo>
                    <a:pt x="4674603" y="501053"/>
                  </a:lnTo>
                  <a:lnTo>
                    <a:pt x="4675860" y="466725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0758394" y="1961557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3910243" y="1963834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13907587" y="1961929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7063611" y="3812377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13167446" y="3809904"/>
              <a:ext cx="744855" cy="916940"/>
            </a:xfrm>
            <a:custGeom>
              <a:rect b="b" l="l" r="r" t="t"/>
              <a:pathLst>
                <a:path extrusionOk="0" h="916939" w="744855">
                  <a:moveTo>
                    <a:pt x="0" y="916826"/>
                  </a:moveTo>
                  <a:lnTo>
                    <a:pt x="744793" y="0"/>
                  </a:lnTo>
                </a:path>
              </a:pathLst>
            </a:custGeom>
            <a:noFill/>
            <a:ln cap="flat" cmpd="sng" w="38150">
              <a:solidFill>
                <a:srgbClr val="FF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13907266" y="3809617"/>
              <a:ext cx="937260" cy="867410"/>
            </a:xfrm>
            <a:custGeom>
              <a:rect b="b" l="l" r="r" t="t"/>
              <a:pathLst>
                <a:path extrusionOk="0" h="867410" w="937259">
                  <a:moveTo>
                    <a:pt x="936943" y="866854"/>
                  </a:moveTo>
                  <a:lnTo>
                    <a:pt x="0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10758397" y="3812377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10092051" y="5662540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0" y="1166772"/>
                  </a:moveTo>
                  <a:lnTo>
                    <a:pt x="665289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10759358" y="5662540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665289" y="1166772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3168542" y="5662776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665841" y="1166514"/>
                  </a:moveTo>
                  <a:lnTo>
                    <a:pt x="0" y="0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12500412" y="5662777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0" y="1166514"/>
                  </a:moveTo>
                  <a:lnTo>
                    <a:pt x="665841" y="0"/>
                  </a:lnTo>
                </a:path>
              </a:pathLst>
            </a:custGeom>
            <a:noFill/>
            <a:ln cap="flat" cmpd="sng" w="38025">
              <a:solidFill>
                <a:srgbClr val="FF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15019955" y="87913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2033451" y="87913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7704301" y="833982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7"/>
          <p:cNvSpPr txBox="1"/>
          <p:nvPr/>
        </p:nvSpPr>
        <p:spPr>
          <a:xfrm>
            <a:off x="13247129" y="9017000"/>
            <a:ext cx="122936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6269935" y="9017000"/>
            <a:ext cx="6896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029700"/>
            <a:ext cx="6432207" cy="1257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1058602" y="7847725"/>
            <a:ext cx="7506600" cy="22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6957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Terminal can only be open in Folder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pwd</a:t>
            </a:r>
            <a:endParaRPr b="0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Windows: cd</a:t>
            </a:r>
            <a:endParaRPr b="0" i="0" sz="2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1316472" y="7788747"/>
            <a:ext cx="240220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8"/>
          <p:cNvGrpSpPr/>
          <p:nvPr/>
        </p:nvGrpSpPr>
        <p:grpSpPr>
          <a:xfrm>
            <a:off x="0" y="1"/>
            <a:ext cx="18287999" cy="10286999"/>
            <a:chOff x="0" y="1"/>
            <a:chExt cx="18287999" cy="10286999"/>
          </a:xfrm>
        </p:grpSpPr>
        <p:sp>
          <p:nvSpPr>
            <p:cNvPr id="207" name="Google Shape;207;p8"/>
            <p:cNvSpPr/>
            <p:nvPr/>
          </p:nvSpPr>
          <p:spPr>
            <a:xfrm>
              <a:off x="466724" y="3087919"/>
              <a:ext cx="807720" cy="807720"/>
            </a:xfrm>
            <a:custGeom>
              <a:rect b="b" l="l" r="r" t="t"/>
              <a:pathLst>
                <a:path extrusionOk="0" h="807720" w="807719">
                  <a:moveTo>
                    <a:pt x="807409" y="807182"/>
                  </a:moveTo>
                  <a:lnTo>
                    <a:pt x="0" y="0"/>
                  </a:lnTo>
                  <a:lnTo>
                    <a:pt x="807409" y="0"/>
                  </a:lnTo>
                  <a:lnTo>
                    <a:pt x="807409" y="807182"/>
                  </a:lnTo>
                  <a:close/>
                </a:path>
              </a:pathLst>
            </a:custGeom>
            <a:solidFill>
              <a:srgbClr val="314ED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8" name="Google Shape;208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"/>
              <a:ext cx="18287999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8"/>
            <p:cNvSpPr/>
            <p:nvPr/>
          </p:nvSpPr>
          <p:spPr>
            <a:xfrm>
              <a:off x="466724" y="1067486"/>
              <a:ext cx="6239510" cy="2129155"/>
            </a:xfrm>
            <a:custGeom>
              <a:rect b="b" l="l" r="r" t="t"/>
              <a:pathLst>
                <a:path extrusionOk="0" h="2129155" w="6239509">
                  <a:moveTo>
                    <a:pt x="5351410" y="2128928"/>
                  </a:moveTo>
                  <a:lnTo>
                    <a:pt x="121325" y="2128928"/>
                  </a:lnTo>
                  <a:lnTo>
                    <a:pt x="74099" y="2119394"/>
                  </a:lnTo>
                  <a:lnTo>
                    <a:pt x="35534" y="2093396"/>
                  </a:lnTo>
                  <a:lnTo>
                    <a:pt x="9533" y="2054837"/>
                  </a:lnTo>
                  <a:lnTo>
                    <a:pt x="0" y="2007621"/>
                  </a:lnTo>
                  <a:lnTo>
                    <a:pt x="0" y="714509"/>
                  </a:lnTo>
                  <a:lnTo>
                    <a:pt x="1648" y="665589"/>
                  </a:lnTo>
                  <a:lnTo>
                    <a:pt x="6524" y="617553"/>
                  </a:lnTo>
                  <a:lnTo>
                    <a:pt x="14520" y="570509"/>
                  </a:lnTo>
                  <a:lnTo>
                    <a:pt x="25529" y="524562"/>
                  </a:lnTo>
                  <a:lnTo>
                    <a:pt x="39446" y="479820"/>
                  </a:lnTo>
                  <a:lnTo>
                    <a:pt x="56164" y="436388"/>
                  </a:lnTo>
                  <a:lnTo>
                    <a:pt x="75577" y="394372"/>
                  </a:lnTo>
                  <a:lnTo>
                    <a:pt x="97577" y="353880"/>
                  </a:lnTo>
                  <a:lnTo>
                    <a:pt x="122059" y="315018"/>
                  </a:lnTo>
                  <a:lnTo>
                    <a:pt x="148917" y="277891"/>
                  </a:lnTo>
                  <a:lnTo>
                    <a:pt x="178043" y="242608"/>
                  </a:lnTo>
                  <a:lnTo>
                    <a:pt x="209331" y="209273"/>
                  </a:lnTo>
                  <a:lnTo>
                    <a:pt x="242676" y="177993"/>
                  </a:lnTo>
                  <a:lnTo>
                    <a:pt x="277969" y="148875"/>
                  </a:lnTo>
                  <a:lnTo>
                    <a:pt x="315106" y="122025"/>
                  </a:lnTo>
                  <a:lnTo>
                    <a:pt x="353980" y="97550"/>
                  </a:lnTo>
                  <a:lnTo>
                    <a:pt x="394483" y="75556"/>
                  </a:lnTo>
                  <a:lnTo>
                    <a:pt x="436510" y="56149"/>
                  </a:lnTo>
                  <a:lnTo>
                    <a:pt x="479954" y="39435"/>
                  </a:lnTo>
                  <a:lnTo>
                    <a:pt x="524710" y="25522"/>
                  </a:lnTo>
                  <a:lnTo>
                    <a:pt x="570669" y="14516"/>
                  </a:lnTo>
                  <a:lnTo>
                    <a:pt x="617727" y="6522"/>
                  </a:lnTo>
                  <a:lnTo>
                    <a:pt x="665776" y="1648"/>
                  </a:lnTo>
                  <a:lnTo>
                    <a:pt x="714710" y="0"/>
                  </a:lnTo>
                  <a:lnTo>
                    <a:pt x="5351410" y="0"/>
                  </a:lnTo>
                  <a:lnTo>
                    <a:pt x="5400109" y="1312"/>
                  </a:lnTo>
                  <a:lnTo>
                    <a:pt x="5448121" y="5206"/>
                  </a:lnTo>
                  <a:lnTo>
                    <a:pt x="5495379" y="11613"/>
                  </a:lnTo>
                  <a:lnTo>
                    <a:pt x="5541816" y="20466"/>
                  </a:lnTo>
                  <a:lnTo>
                    <a:pt x="5587363" y="31696"/>
                  </a:lnTo>
                  <a:lnTo>
                    <a:pt x="5631953" y="45237"/>
                  </a:lnTo>
                  <a:lnTo>
                    <a:pt x="5675519" y="61020"/>
                  </a:lnTo>
                  <a:lnTo>
                    <a:pt x="5717991" y="78978"/>
                  </a:lnTo>
                  <a:lnTo>
                    <a:pt x="5759304" y="99043"/>
                  </a:lnTo>
                  <a:lnTo>
                    <a:pt x="5799389" y="121148"/>
                  </a:lnTo>
                  <a:lnTo>
                    <a:pt x="5838178" y="145224"/>
                  </a:lnTo>
                  <a:lnTo>
                    <a:pt x="5875604" y="171205"/>
                  </a:lnTo>
                  <a:lnTo>
                    <a:pt x="5911599" y="199022"/>
                  </a:lnTo>
                  <a:lnTo>
                    <a:pt x="5946095" y="228608"/>
                  </a:lnTo>
                  <a:lnTo>
                    <a:pt x="5979025" y="259895"/>
                  </a:lnTo>
                  <a:lnTo>
                    <a:pt x="6010321" y="292816"/>
                  </a:lnTo>
                  <a:lnTo>
                    <a:pt x="6039915" y="327303"/>
                  </a:lnTo>
                  <a:lnTo>
                    <a:pt x="6067741" y="363288"/>
                  </a:lnTo>
                  <a:lnTo>
                    <a:pt x="6093729" y="400703"/>
                  </a:lnTo>
                  <a:lnTo>
                    <a:pt x="6117812" y="439481"/>
                  </a:lnTo>
                  <a:lnTo>
                    <a:pt x="6139923" y="479555"/>
                  </a:lnTo>
                  <a:lnTo>
                    <a:pt x="6159993" y="520856"/>
                  </a:lnTo>
                  <a:lnTo>
                    <a:pt x="6177956" y="563317"/>
                  </a:lnTo>
                  <a:lnTo>
                    <a:pt x="6193744" y="606870"/>
                  </a:lnTo>
                  <a:lnTo>
                    <a:pt x="6207288" y="651447"/>
                  </a:lnTo>
                  <a:lnTo>
                    <a:pt x="6218522" y="696982"/>
                  </a:lnTo>
                  <a:lnTo>
                    <a:pt x="6227377" y="743405"/>
                  </a:lnTo>
                  <a:lnTo>
                    <a:pt x="6233786" y="790650"/>
                  </a:lnTo>
                  <a:lnTo>
                    <a:pt x="6237681" y="838649"/>
                  </a:lnTo>
                  <a:lnTo>
                    <a:pt x="6238994" y="887335"/>
                  </a:lnTo>
                  <a:lnTo>
                    <a:pt x="6238994" y="1241578"/>
                  </a:lnTo>
                  <a:lnTo>
                    <a:pt x="6237681" y="1290264"/>
                  </a:lnTo>
                  <a:lnTo>
                    <a:pt x="6233786" y="1338265"/>
                  </a:lnTo>
                  <a:lnTo>
                    <a:pt x="6227377" y="1385511"/>
                  </a:lnTo>
                  <a:lnTo>
                    <a:pt x="6218522" y="1431936"/>
                  </a:lnTo>
                  <a:lnTo>
                    <a:pt x="6207288" y="1477471"/>
                  </a:lnTo>
                  <a:lnTo>
                    <a:pt x="6193744" y="1522050"/>
                  </a:lnTo>
                  <a:lnTo>
                    <a:pt x="6177956" y="1565604"/>
                  </a:lnTo>
                  <a:lnTo>
                    <a:pt x="6159993" y="1608066"/>
                  </a:lnTo>
                  <a:lnTo>
                    <a:pt x="6139923" y="1649367"/>
                  </a:lnTo>
                  <a:lnTo>
                    <a:pt x="6117812" y="1689442"/>
                  </a:lnTo>
                  <a:lnTo>
                    <a:pt x="6093729" y="1728221"/>
                  </a:lnTo>
                  <a:lnTo>
                    <a:pt x="6067741" y="1765636"/>
                  </a:lnTo>
                  <a:lnTo>
                    <a:pt x="6039915" y="1801622"/>
                  </a:lnTo>
                  <a:lnTo>
                    <a:pt x="6010321" y="1836109"/>
                  </a:lnTo>
                  <a:lnTo>
                    <a:pt x="5979025" y="1869030"/>
                  </a:lnTo>
                  <a:lnTo>
                    <a:pt x="5946095" y="1900318"/>
                  </a:lnTo>
                  <a:lnTo>
                    <a:pt x="5911599" y="1929904"/>
                  </a:lnTo>
                  <a:lnTo>
                    <a:pt x="5875604" y="1957722"/>
                  </a:lnTo>
                  <a:lnTo>
                    <a:pt x="5838178" y="1983703"/>
                  </a:lnTo>
                  <a:lnTo>
                    <a:pt x="5799389" y="2007779"/>
                  </a:lnTo>
                  <a:lnTo>
                    <a:pt x="5759304" y="2029884"/>
                  </a:lnTo>
                  <a:lnTo>
                    <a:pt x="5717991" y="2049949"/>
                  </a:lnTo>
                  <a:lnTo>
                    <a:pt x="5675519" y="2067907"/>
                  </a:lnTo>
                  <a:lnTo>
                    <a:pt x="5631953" y="2083691"/>
                  </a:lnTo>
                  <a:lnTo>
                    <a:pt x="5587363" y="2097231"/>
                  </a:lnTo>
                  <a:lnTo>
                    <a:pt x="5541816" y="2108462"/>
                  </a:lnTo>
                  <a:lnTo>
                    <a:pt x="5495379" y="2117314"/>
                  </a:lnTo>
                  <a:lnTo>
                    <a:pt x="5448121" y="2123721"/>
                  </a:lnTo>
                  <a:lnTo>
                    <a:pt x="5400109" y="2127615"/>
                  </a:lnTo>
                  <a:lnTo>
                    <a:pt x="5351410" y="2128928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8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LS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1416049" y="3351927"/>
            <a:ext cx="536384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List the current content of your directory (folder)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1666079" y="8477875"/>
            <a:ext cx="2570100" cy="17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ls Optional: ls -a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Windows: dir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8"/>
          <p:cNvGrpSpPr/>
          <p:nvPr/>
        </p:nvGrpSpPr>
        <p:grpSpPr>
          <a:xfrm>
            <a:off x="7704301" y="1028712"/>
            <a:ext cx="10582275" cy="8696043"/>
            <a:chOff x="7704301" y="1028712"/>
            <a:chExt cx="10582275" cy="8696043"/>
          </a:xfrm>
        </p:grpSpPr>
        <p:sp>
          <p:nvSpPr>
            <p:cNvPr id="214" name="Google Shape;214;p8"/>
            <p:cNvSpPr/>
            <p:nvPr/>
          </p:nvSpPr>
          <p:spPr>
            <a:xfrm>
              <a:off x="10307942" y="1028712"/>
              <a:ext cx="7222490" cy="2783205"/>
            </a:xfrm>
            <a:custGeom>
              <a:rect b="b" l="l" r="r" t="t"/>
              <a:pathLst>
                <a:path extrusionOk="0" h="2783204" w="7222490">
                  <a:moveTo>
                    <a:pt x="933450" y="2316403"/>
                  </a:moveTo>
                  <a:lnTo>
                    <a:pt x="931202" y="2270658"/>
                  </a:lnTo>
                  <a:lnTo>
                    <a:pt x="924483" y="2225344"/>
                  </a:lnTo>
                  <a:lnTo>
                    <a:pt x="913358" y="2180920"/>
                  </a:lnTo>
                  <a:lnTo>
                    <a:pt x="897928" y="2137791"/>
                  </a:lnTo>
                  <a:lnTo>
                    <a:pt x="878344" y="2096389"/>
                  </a:lnTo>
                  <a:lnTo>
                    <a:pt x="854798" y="2057107"/>
                  </a:lnTo>
                  <a:lnTo>
                    <a:pt x="827506" y="2020316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29"/>
                  </a:lnTo>
                  <a:lnTo>
                    <a:pt x="686739" y="1904784"/>
                  </a:lnTo>
                  <a:lnTo>
                    <a:pt x="645337" y="1885200"/>
                  </a:lnTo>
                  <a:lnTo>
                    <a:pt x="602208" y="1869770"/>
                  </a:lnTo>
                  <a:lnTo>
                    <a:pt x="557784" y="1858645"/>
                  </a:lnTo>
                  <a:lnTo>
                    <a:pt x="512470" y="1851926"/>
                  </a:lnTo>
                  <a:lnTo>
                    <a:pt x="466725" y="1849678"/>
                  </a:lnTo>
                  <a:lnTo>
                    <a:pt x="455269" y="1849818"/>
                  </a:lnTo>
                  <a:lnTo>
                    <a:pt x="409587" y="1853184"/>
                  </a:lnTo>
                  <a:lnTo>
                    <a:pt x="364464" y="1861019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77" y="1910308"/>
                  </a:lnTo>
                  <a:lnTo>
                    <a:pt x="197980" y="1934819"/>
                  </a:lnTo>
                  <a:lnTo>
                    <a:pt x="161874" y="1963000"/>
                  </a:lnTo>
                  <a:lnTo>
                    <a:pt x="128701" y="1994573"/>
                  </a:lnTo>
                  <a:lnTo>
                    <a:pt x="98780" y="2029256"/>
                  </a:lnTo>
                  <a:lnTo>
                    <a:pt x="72415" y="2066709"/>
                  </a:lnTo>
                  <a:lnTo>
                    <a:pt x="49834" y="2106561"/>
                  </a:lnTo>
                  <a:lnTo>
                    <a:pt x="31267" y="2148433"/>
                  </a:lnTo>
                  <a:lnTo>
                    <a:pt x="16903" y="2191918"/>
                  </a:lnTo>
                  <a:lnTo>
                    <a:pt x="6870" y="2236609"/>
                  </a:lnTo>
                  <a:lnTo>
                    <a:pt x="1270" y="2282075"/>
                  </a:lnTo>
                  <a:lnTo>
                    <a:pt x="0" y="2316403"/>
                  </a:lnTo>
                  <a:lnTo>
                    <a:pt x="139" y="2327859"/>
                  </a:lnTo>
                  <a:lnTo>
                    <a:pt x="3505" y="2373541"/>
                  </a:lnTo>
                  <a:lnTo>
                    <a:pt x="11341" y="2418664"/>
                  </a:lnTo>
                  <a:lnTo>
                    <a:pt x="23558" y="2462809"/>
                  </a:lnTo>
                  <a:lnTo>
                    <a:pt x="40043" y="2505545"/>
                  </a:lnTo>
                  <a:lnTo>
                    <a:pt x="60629" y="2546451"/>
                  </a:lnTo>
                  <a:lnTo>
                    <a:pt x="85140" y="2585148"/>
                  </a:lnTo>
                  <a:lnTo>
                    <a:pt x="113322" y="2621254"/>
                  </a:lnTo>
                  <a:lnTo>
                    <a:pt x="144907" y="2654427"/>
                  </a:lnTo>
                  <a:lnTo>
                    <a:pt x="179578" y="2684348"/>
                  </a:lnTo>
                  <a:lnTo>
                    <a:pt x="217030" y="2710713"/>
                  </a:lnTo>
                  <a:lnTo>
                    <a:pt x="256882" y="2733294"/>
                  </a:lnTo>
                  <a:lnTo>
                    <a:pt x="298754" y="2751848"/>
                  </a:lnTo>
                  <a:lnTo>
                    <a:pt x="342252" y="2766225"/>
                  </a:lnTo>
                  <a:lnTo>
                    <a:pt x="386930" y="2776258"/>
                  </a:lnTo>
                  <a:lnTo>
                    <a:pt x="432396" y="2781858"/>
                  </a:lnTo>
                  <a:lnTo>
                    <a:pt x="466725" y="2783128"/>
                  </a:lnTo>
                  <a:lnTo>
                    <a:pt x="478180" y="2782989"/>
                  </a:lnTo>
                  <a:lnTo>
                    <a:pt x="523862" y="2779611"/>
                  </a:lnTo>
                  <a:lnTo>
                    <a:pt x="568985" y="2771787"/>
                  </a:lnTo>
                  <a:lnTo>
                    <a:pt x="613130" y="2759570"/>
                  </a:lnTo>
                  <a:lnTo>
                    <a:pt x="655866" y="2743085"/>
                  </a:lnTo>
                  <a:lnTo>
                    <a:pt x="696772" y="2722486"/>
                  </a:lnTo>
                  <a:lnTo>
                    <a:pt x="735469" y="2697988"/>
                  </a:lnTo>
                  <a:lnTo>
                    <a:pt x="771575" y="2669806"/>
                  </a:lnTo>
                  <a:lnTo>
                    <a:pt x="804748" y="2638221"/>
                  </a:lnTo>
                  <a:lnTo>
                    <a:pt x="834669" y="2603538"/>
                  </a:lnTo>
                  <a:lnTo>
                    <a:pt x="861047" y="2566098"/>
                  </a:lnTo>
                  <a:lnTo>
                    <a:pt x="883615" y="2526246"/>
                  </a:lnTo>
                  <a:lnTo>
                    <a:pt x="902182" y="2484374"/>
                  </a:lnTo>
                  <a:lnTo>
                    <a:pt x="916546" y="2440876"/>
                  </a:lnTo>
                  <a:lnTo>
                    <a:pt x="926579" y="2396185"/>
                  </a:lnTo>
                  <a:lnTo>
                    <a:pt x="932192" y="2350732"/>
                  </a:lnTo>
                  <a:lnTo>
                    <a:pt x="933450" y="2316403"/>
                  </a:lnTo>
                  <a:close/>
                </a:path>
                <a:path extrusionOk="0" h="2783204" w="7222490">
                  <a:moveTo>
                    <a:pt x="4068800" y="2316403"/>
                  </a:moveTo>
                  <a:lnTo>
                    <a:pt x="4066552" y="2270658"/>
                  </a:lnTo>
                  <a:lnTo>
                    <a:pt x="4059834" y="2225344"/>
                  </a:lnTo>
                  <a:lnTo>
                    <a:pt x="4048696" y="2180920"/>
                  </a:lnTo>
                  <a:lnTo>
                    <a:pt x="4033266" y="2137791"/>
                  </a:lnTo>
                  <a:lnTo>
                    <a:pt x="4013682" y="2096389"/>
                  </a:lnTo>
                  <a:lnTo>
                    <a:pt x="3990136" y="2057107"/>
                  </a:lnTo>
                  <a:lnTo>
                    <a:pt x="3962857" y="2020316"/>
                  </a:lnTo>
                  <a:lnTo>
                    <a:pt x="3932097" y="1986381"/>
                  </a:lnTo>
                  <a:lnTo>
                    <a:pt x="3898163" y="1955622"/>
                  </a:lnTo>
                  <a:lnTo>
                    <a:pt x="3861371" y="1928329"/>
                  </a:lnTo>
                  <a:lnTo>
                    <a:pt x="3822090" y="1904784"/>
                  </a:lnTo>
                  <a:lnTo>
                    <a:pt x="3780675" y="1885200"/>
                  </a:lnTo>
                  <a:lnTo>
                    <a:pt x="3737559" y="1869770"/>
                  </a:lnTo>
                  <a:lnTo>
                    <a:pt x="3693122" y="1858645"/>
                  </a:lnTo>
                  <a:lnTo>
                    <a:pt x="3647821" y="1851926"/>
                  </a:lnTo>
                  <a:lnTo>
                    <a:pt x="3602075" y="1849678"/>
                  </a:lnTo>
                  <a:lnTo>
                    <a:pt x="3590620" y="1849818"/>
                  </a:lnTo>
                  <a:lnTo>
                    <a:pt x="3544938" y="1853184"/>
                  </a:lnTo>
                  <a:lnTo>
                    <a:pt x="3499802" y="1861019"/>
                  </a:lnTo>
                  <a:lnTo>
                    <a:pt x="3455670" y="1873237"/>
                  </a:lnTo>
                  <a:lnTo>
                    <a:pt x="3412934" y="1889721"/>
                  </a:lnTo>
                  <a:lnTo>
                    <a:pt x="3372015" y="1910308"/>
                  </a:lnTo>
                  <a:lnTo>
                    <a:pt x="3333331" y="1934819"/>
                  </a:lnTo>
                  <a:lnTo>
                    <a:pt x="3297212" y="1963000"/>
                  </a:lnTo>
                  <a:lnTo>
                    <a:pt x="3264039" y="1994573"/>
                  </a:lnTo>
                  <a:lnTo>
                    <a:pt x="3234131" y="2029256"/>
                  </a:lnTo>
                  <a:lnTo>
                    <a:pt x="3207753" y="2066709"/>
                  </a:lnTo>
                  <a:lnTo>
                    <a:pt x="3185185" y="2106561"/>
                  </a:lnTo>
                  <a:lnTo>
                    <a:pt x="3166618" y="2148433"/>
                  </a:lnTo>
                  <a:lnTo>
                    <a:pt x="3152254" y="2191918"/>
                  </a:lnTo>
                  <a:lnTo>
                    <a:pt x="3142221" y="2236609"/>
                  </a:lnTo>
                  <a:lnTo>
                    <a:pt x="3136608" y="2282075"/>
                  </a:lnTo>
                  <a:lnTo>
                    <a:pt x="3135350" y="2316403"/>
                  </a:lnTo>
                  <a:lnTo>
                    <a:pt x="3135490" y="2327859"/>
                  </a:lnTo>
                  <a:lnTo>
                    <a:pt x="3138855" y="2373541"/>
                  </a:lnTo>
                  <a:lnTo>
                    <a:pt x="3146691" y="2418664"/>
                  </a:lnTo>
                  <a:lnTo>
                    <a:pt x="3158909" y="2462809"/>
                  </a:lnTo>
                  <a:lnTo>
                    <a:pt x="3175393" y="2505545"/>
                  </a:lnTo>
                  <a:lnTo>
                    <a:pt x="3195980" y="2546451"/>
                  </a:lnTo>
                  <a:lnTo>
                    <a:pt x="3220491" y="2585148"/>
                  </a:lnTo>
                  <a:lnTo>
                    <a:pt x="3248660" y="2621254"/>
                  </a:lnTo>
                  <a:lnTo>
                    <a:pt x="3280245" y="2654427"/>
                  </a:lnTo>
                  <a:lnTo>
                    <a:pt x="3314928" y="2684348"/>
                  </a:lnTo>
                  <a:lnTo>
                    <a:pt x="3352381" y="2710713"/>
                  </a:lnTo>
                  <a:lnTo>
                    <a:pt x="3392233" y="2733294"/>
                  </a:lnTo>
                  <a:lnTo>
                    <a:pt x="3434105" y="2751848"/>
                  </a:lnTo>
                  <a:lnTo>
                    <a:pt x="3477590" y="2766225"/>
                  </a:lnTo>
                  <a:lnTo>
                    <a:pt x="3522281" y="2776258"/>
                  </a:lnTo>
                  <a:lnTo>
                    <a:pt x="3567734" y="2781858"/>
                  </a:lnTo>
                  <a:lnTo>
                    <a:pt x="3602075" y="2783128"/>
                  </a:lnTo>
                  <a:lnTo>
                    <a:pt x="3613531" y="2782989"/>
                  </a:lnTo>
                  <a:lnTo>
                    <a:pt x="3659213" y="2779611"/>
                  </a:lnTo>
                  <a:lnTo>
                    <a:pt x="3704336" y="2771787"/>
                  </a:lnTo>
                  <a:lnTo>
                    <a:pt x="3748481" y="2759570"/>
                  </a:lnTo>
                  <a:lnTo>
                    <a:pt x="3791216" y="2743085"/>
                  </a:lnTo>
                  <a:lnTo>
                    <a:pt x="3832123" y="2722486"/>
                  </a:lnTo>
                  <a:lnTo>
                    <a:pt x="3870820" y="2697988"/>
                  </a:lnTo>
                  <a:lnTo>
                    <a:pt x="3906926" y="2669806"/>
                  </a:lnTo>
                  <a:lnTo>
                    <a:pt x="3940098" y="2638221"/>
                  </a:lnTo>
                  <a:lnTo>
                    <a:pt x="3970020" y="2603538"/>
                  </a:lnTo>
                  <a:lnTo>
                    <a:pt x="3996385" y="2566098"/>
                  </a:lnTo>
                  <a:lnTo>
                    <a:pt x="4018965" y="2526246"/>
                  </a:lnTo>
                  <a:lnTo>
                    <a:pt x="4037520" y="2484374"/>
                  </a:lnTo>
                  <a:lnTo>
                    <a:pt x="4051897" y="2440876"/>
                  </a:lnTo>
                  <a:lnTo>
                    <a:pt x="4061930" y="2396185"/>
                  </a:lnTo>
                  <a:lnTo>
                    <a:pt x="4067530" y="2350732"/>
                  </a:lnTo>
                  <a:lnTo>
                    <a:pt x="4068800" y="2316403"/>
                  </a:lnTo>
                  <a:close/>
                </a:path>
                <a:path extrusionOk="0" h="2783204" w="7222490">
                  <a:moveTo>
                    <a:pt x="4068800" y="466725"/>
                  </a:moveTo>
                  <a:lnTo>
                    <a:pt x="4066552" y="420979"/>
                  </a:lnTo>
                  <a:lnTo>
                    <a:pt x="4059834" y="375666"/>
                  </a:lnTo>
                  <a:lnTo>
                    <a:pt x="4048696" y="331241"/>
                  </a:lnTo>
                  <a:lnTo>
                    <a:pt x="4033266" y="288112"/>
                  </a:lnTo>
                  <a:lnTo>
                    <a:pt x="4013682" y="246710"/>
                  </a:lnTo>
                  <a:lnTo>
                    <a:pt x="3990136" y="207416"/>
                  </a:lnTo>
                  <a:lnTo>
                    <a:pt x="3962857" y="170637"/>
                  </a:lnTo>
                  <a:lnTo>
                    <a:pt x="3932097" y="136690"/>
                  </a:lnTo>
                  <a:lnTo>
                    <a:pt x="3898163" y="105930"/>
                  </a:lnTo>
                  <a:lnTo>
                    <a:pt x="3861371" y="78651"/>
                  </a:lnTo>
                  <a:lnTo>
                    <a:pt x="3822090" y="55105"/>
                  </a:lnTo>
                  <a:lnTo>
                    <a:pt x="3780675" y="35521"/>
                  </a:lnTo>
                  <a:lnTo>
                    <a:pt x="3737559" y="20091"/>
                  </a:lnTo>
                  <a:lnTo>
                    <a:pt x="3693122" y="8966"/>
                  </a:lnTo>
                  <a:lnTo>
                    <a:pt x="3647821" y="2247"/>
                  </a:lnTo>
                  <a:lnTo>
                    <a:pt x="3602075" y="0"/>
                  </a:lnTo>
                  <a:lnTo>
                    <a:pt x="3590620" y="139"/>
                  </a:lnTo>
                  <a:lnTo>
                    <a:pt x="3544938" y="3505"/>
                  </a:lnTo>
                  <a:lnTo>
                    <a:pt x="3499802" y="11341"/>
                  </a:lnTo>
                  <a:lnTo>
                    <a:pt x="3455670" y="23558"/>
                  </a:lnTo>
                  <a:lnTo>
                    <a:pt x="3412934" y="40043"/>
                  </a:lnTo>
                  <a:lnTo>
                    <a:pt x="3372015" y="60629"/>
                  </a:lnTo>
                  <a:lnTo>
                    <a:pt x="3333331" y="85140"/>
                  </a:lnTo>
                  <a:lnTo>
                    <a:pt x="3297212" y="113309"/>
                  </a:lnTo>
                  <a:lnTo>
                    <a:pt x="3264039" y="144894"/>
                  </a:lnTo>
                  <a:lnTo>
                    <a:pt x="3234131" y="179578"/>
                  </a:lnTo>
                  <a:lnTo>
                    <a:pt x="3207753" y="217030"/>
                  </a:lnTo>
                  <a:lnTo>
                    <a:pt x="3185185" y="256882"/>
                  </a:lnTo>
                  <a:lnTo>
                    <a:pt x="3166618" y="298754"/>
                  </a:lnTo>
                  <a:lnTo>
                    <a:pt x="3152254" y="342239"/>
                  </a:lnTo>
                  <a:lnTo>
                    <a:pt x="3142221" y="386930"/>
                  </a:lnTo>
                  <a:lnTo>
                    <a:pt x="3136608" y="432384"/>
                  </a:lnTo>
                  <a:lnTo>
                    <a:pt x="3135350" y="466725"/>
                  </a:lnTo>
                  <a:lnTo>
                    <a:pt x="3135490" y="478180"/>
                  </a:lnTo>
                  <a:lnTo>
                    <a:pt x="3138855" y="523849"/>
                  </a:lnTo>
                  <a:lnTo>
                    <a:pt x="3146691" y="568985"/>
                  </a:lnTo>
                  <a:lnTo>
                    <a:pt x="3158909" y="613130"/>
                  </a:lnTo>
                  <a:lnTo>
                    <a:pt x="3175393" y="655853"/>
                  </a:lnTo>
                  <a:lnTo>
                    <a:pt x="3195980" y="696772"/>
                  </a:lnTo>
                  <a:lnTo>
                    <a:pt x="3220491" y="735469"/>
                  </a:lnTo>
                  <a:lnTo>
                    <a:pt x="3248660" y="771575"/>
                  </a:lnTo>
                  <a:lnTo>
                    <a:pt x="3280245" y="804748"/>
                  </a:lnTo>
                  <a:lnTo>
                    <a:pt x="3314928" y="834669"/>
                  </a:lnTo>
                  <a:lnTo>
                    <a:pt x="3352381" y="861034"/>
                  </a:lnTo>
                  <a:lnTo>
                    <a:pt x="3392233" y="883615"/>
                  </a:lnTo>
                  <a:lnTo>
                    <a:pt x="3434105" y="902169"/>
                  </a:lnTo>
                  <a:lnTo>
                    <a:pt x="3477590" y="916533"/>
                  </a:lnTo>
                  <a:lnTo>
                    <a:pt x="3522281" y="926579"/>
                  </a:lnTo>
                  <a:lnTo>
                    <a:pt x="3567734" y="932180"/>
                  </a:lnTo>
                  <a:lnTo>
                    <a:pt x="3602075" y="933450"/>
                  </a:lnTo>
                  <a:lnTo>
                    <a:pt x="3613531" y="933310"/>
                  </a:lnTo>
                  <a:lnTo>
                    <a:pt x="3659213" y="929932"/>
                  </a:lnTo>
                  <a:lnTo>
                    <a:pt x="3704336" y="922108"/>
                  </a:lnTo>
                  <a:lnTo>
                    <a:pt x="3748481" y="909891"/>
                  </a:lnTo>
                  <a:lnTo>
                    <a:pt x="3791216" y="893406"/>
                  </a:lnTo>
                  <a:lnTo>
                    <a:pt x="3832123" y="872807"/>
                  </a:lnTo>
                  <a:lnTo>
                    <a:pt x="3870820" y="848309"/>
                  </a:lnTo>
                  <a:lnTo>
                    <a:pt x="3906926" y="820127"/>
                  </a:lnTo>
                  <a:lnTo>
                    <a:pt x="3940098" y="788543"/>
                  </a:lnTo>
                  <a:lnTo>
                    <a:pt x="3970020" y="753859"/>
                  </a:lnTo>
                  <a:lnTo>
                    <a:pt x="3996385" y="716419"/>
                  </a:lnTo>
                  <a:lnTo>
                    <a:pt x="4018965" y="676567"/>
                  </a:lnTo>
                  <a:lnTo>
                    <a:pt x="4037520" y="634695"/>
                  </a:lnTo>
                  <a:lnTo>
                    <a:pt x="4051897" y="591197"/>
                  </a:lnTo>
                  <a:lnTo>
                    <a:pt x="4061930" y="546506"/>
                  </a:lnTo>
                  <a:lnTo>
                    <a:pt x="4067530" y="501053"/>
                  </a:lnTo>
                  <a:lnTo>
                    <a:pt x="4068800" y="466725"/>
                  </a:lnTo>
                  <a:close/>
                </a:path>
                <a:path extrusionOk="0" h="2783204" w="7222490">
                  <a:moveTo>
                    <a:pt x="7222122" y="2316403"/>
                  </a:moveTo>
                  <a:lnTo>
                    <a:pt x="7219874" y="2270658"/>
                  </a:lnTo>
                  <a:lnTo>
                    <a:pt x="7213143" y="2225344"/>
                  </a:lnTo>
                  <a:lnTo>
                    <a:pt x="7202017" y="2180920"/>
                  </a:lnTo>
                  <a:lnTo>
                    <a:pt x="7186587" y="2137791"/>
                  </a:lnTo>
                  <a:lnTo>
                    <a:pt x="7167004" y="2096389"/>
                  </a:lnTo>
                  <a:lnTo>
                    <a:pt x="7143458" y="2057107"/>
                  </a:lnTo>
                  <a:lnTo>
                    <a:pt x="7116178" y="2020316"/>
                  </a:lnTo>
                  <a:lnTo>
                    <a:pt x="7085419" y="1986381"/>
                  </a:lnTo>
                  <a:lnTo>
                    <a:pt x="7051484" y="1955622"/>
                  </a:lnTo>
                  <a:lnTo>
                    <a:pt x="7014692" y="1928329"/>
                  </a:lnTo>
                  <a:lnTo>
                    <a:pt x="6975399" y="1904784"/>
                  </a:lnTo>
                  <a:lnTo>
                    <a:pt x="6933997" y="1885200"/>
                  </a:lnTo>
                  <a:lnTo>
                    <a:pt x="6890880" y="1869770"/>
                  </a:lnTo>
                  <a:lnTo>
                    <a:pt x="6846443" y="1858645"/>
                  </a:lnTo>
                  <a:lnTo>
                    <a:pt x="6801142" y="1851926"/>
                  </a:lnTo>
                  <a:lnTo>
                    <a:pt x="6755397" y="1849678"/>
                  </a:lnTo>
                  <a:lnTo>
                    <a:pt x="6743928" y="1849818"/>
                  </a:lnTo>
                  <a:lnTo>
                    <a:pt x="6698259" y="1853184"/>
                  </a:lnTo>
                  <a:lnTo>
                    <a:pt x="6653123" y="1861019"/>
                  </a:lnTo>
                  <a:lnTo>
                    <a:pt x="6608991" y="1873237"/>
                  </a:lnTo>
                  <a:lnTo>
                    <a:pt x="6566255" y="1889721"/>
                  </a:lnTo>
                  <a:lnTo>
                    <a:pt x="6525336" y="1910308"/>
                  </a:lnTo>
                  <a:lnTo>
                    <a:pt x="6486639" y="1934819"/>
                  </a:lnTo>
                  <a:lnTo>
                    <a:pt x="6450533" y="1963000"/>
                  </a:lnTo>
                  <a:lnTo>
                    <a:pt x="6417361" y="1994573"/>
                  </a:lnTo>
                  <a:lnTo>
                    <a:pt x="6387452" y="2029256"/>
                  </a:lnTo>
                  <a:lnTo>
                    <a:pt x="6361074" y="2066709"/>
                  </a:lnTo>
                  <a:lnTo>
                    <a:pt x="6338494" y="2106561"/>
                  </a:lnTo>
                  <a:lnTo>
                    <a:pt x="6319939" y="2148433"/>
                  </a:lnTo>
                  <a:lnTo>
                    <a:pt x="6305575" y="2191918"/>
                  </a:lnTo>
                  <a:lnTo>
                    <a:pt x="6295542" y="2236609"/>
                  </a:lnTo>
                  <a:lnTo>
                    <a:pt x="6289929" y="2282075"/>
                  </a:lnTo>
                  <a:lnTo>
                    <a:pt x="6288671" y="2316403"/>
                  </a:lnTo>
                  <a:lnTo>
                    <a:pt x="6288811" y="2327859"/>
                  </a:lnTo>
                  <a:lnTo>
                    <a:pt x="6292177" y="2373541"/>
                  </a:lnTo>
                  <a:lnTo>
                    <a:pt x="6300013" y="2418664"/>
                  </a:lnTo>
                  <a:lnTo>
                    <a:pt x="6312230" y="2462809"/>
                  </a:lnTo>
                  <a:lnTo>
                    <a:pt x="6328702" y="2505545"/>
                  </a:lnTo>
                  <a:lnTo>
                    <a:pt x="6349301" y="2546451"/>
                  </a:lnTo>
                  <a:lnTo>
                    <a:pt x="6373812" y="2585148"/>
                  </a:lnTo>
                  <a:lnTo>
                    <a:pt x="6401981" y="2621254"/>
                  </a:lnTo>
                  <a:lnTo>
                    <a:pt x="6433566" y="2654427"/>
                  </a:lnTo>
                  <a:lnTo>
                    <a:pt x="6468250" y="2684348"/>
                  </a:lnTo>
                  <a:lnTo>
                    <a:pt x="6505702" y="2710713"/>
                  </a:lnTo>
                  <a:lnTo>
                    <a:pt x="6545554" y="2733294"/>
                  </a:lnTo>
                  <a:lnTo>
                    <a:pt x="6587426" y="2751848"/>
                  </a:lnTo>
                  <a:lnTo>
                    <a:pt x="6630911" y="2766225"/>
                  </a:lnTo>
                  <a:lnTo>
                    <a:pt x="6675602" y="2776258"/>
                  </a:lnTo>
                  <a:lnTo>
                    <a:pt x="6721056" y="2781858"/>
                  </a:lnTo>
                  <a:lnTo>
                    <a:pt x="6755397" y="2783128"/>
                  </a:lnTo>
                  <a:lnTo>
                    <a:pt x="6766852" y="2782989"/>
                  </a:lnTo>
                  <a:lnTo>
                    <a:pt x="6812521" y="2779611"/>
                  </a:lnTo>
                  <a:lnTo>
                    <a:pt x="6857657" y="2771787"/>
                  </a:lnTo>
                  <a:lnTo>
                    <a:pt x="6901802" y="2759570"/>
                  </a:lnTo>
                  <a:lnTo>
                    <a:pt x="6944525" y="2743085"/>
                  </a:lnTo>
                  <a:lnTo>
                    <a:pt x="6985444" y="2722486"/>
                  </a:lnTo>
                  <a:lnTo>
                    <a:pt x="7024141" y="2697988"/>
                  </a:lnTo>
                  <a:lnTo>
                    <a:pt x="7060247" y="2669806"/>
                  </a:lnTo>
                  <a:lnTo>
                    <a:pt x="7093420" y="2638221"/>
                  </a:lnTo>
                  <a:lnTo>
                    <a:pt x="7123341" y="2603538"/>
                  </a:lnTo>
                  <a:lnTo>
                    <a:pt x="7149706" y="2566098"/>
                  </a:lnTo>
                  <a:lnTo>
                    <a:pt x="7172287" y="2526246"/>
                  </a:lnTo>
                  <a:lnTo>
                    <a:pt x="7190841" y="2484374"/>
                  </a:lnTo>
                  <a:lnTo>
                    <a:pt x="7205205" y="2440876"/>
                  </a:lnTo>
                  <a:lnTo>
                    <a:pt x="7215251" y="2396185"/>
                  </a:lnTo>
                  <a:lnTo>
                    <a:pt x="7220852" y="2350732"/>
                  </a:lnTo>
                  <a:lnTo>
                    <a:pt x="7222122" y="23164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10221977" y="4657357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12700470" y="4676507"/>
              <a:ext cx="2610485" cy="984250"/>
            </a:xfrm>
            <a:custGeom>
              <a:rect b="b" l="l" r="r" t="t"/>
              <a:pathLst>
                <a:path extrusionOk="0" h="984250" w="2610484">
                  <a:moveTo>
                    <a:pt x="933450" y="517004"/>
                  </a:moveTo>
                  <a:lnTo>
                    <a:pt x="931202" y="471258"/>
                  </a:lnTo>
                  <a:lnTo>
                    <a:pt x="924483" y="425945"/>
                  </a:lnTo>
                  <a:lnTo>
                    <a:pt x="913345" y="381520"/>
                  </a:lnTo>
                  <a:lnTo>
                    <a:pt x="897915" y="338391"/>
                  </a:lnTo>
                  <a:lnTo>
                    <a:pt x="878332" y="296989"/>
                  </a:lnTo>
                  <a:lnTo>
                    <a:pt x="854786" y="257695"/>
                  </a:lnTo>
                  <a:lnTo>
                    <a:pt x="827506" y="220916"/>
                  </a:lnTo>
                  <a:lnTo>
                    <a:pt x="796747" y="186969"/>
                  </a:lnTo>
                  <a:lnTo>
                    <a:pt x="762812" y="156222"/>
                  </a:lnTo>
                  <a:lnTo>
                    <a:pt x="726020" y="128930"/>
                  </a:lnTo>
                  <a:lnTo>
                    <a:pt x="686739" y="105384"/>
                  </a:lnTo>
                  <a:lnTo>
                    <a:pt x="645325" y="85801"/>
                  </a:lnTo>
                  <a:lnTo>
                    <a:pt x="602208" y="70370"/>
                  </a:lnTo>
                  <a:lnTo>
                    <a:pt x="557771" y="59245"/>
                  </a:lnTo>
                  <a:lnTo>
                    <a:pt x="512470" y="52527"/>
                  </a:lnTo>
                  <a:lnTo>
                    <a:pt x="466725" y="50279"/>
                  </a:lnTo>
                  <a:lnTo>
                    <a:pt x="455269" y="50419"/>
                  </a:lnTo>
                  <a:lnTo>
                    <a:pt x="409587" y="53784"/>
                  </a:lnTo>
                  <a:lnTo>
                    <a:pt x="364464" y="61620"/>
                  </a:lnTo>
                  <a:lnTo>
                    <a:pt x="320319" y="73837"/>
                  </a:lnTo>
                  <a:lnTo>
                    <a:pt x="277583" y="90322"/>
                  </a:lnTo>
                  <a:lnTo>
                    <a:pt x="236677" y="110909"/>
                  </a:lnTo>
                  <a:lnTo>
                    <a:pt x="197980" y="135420"/>
                  </a:lnTo>
                  <a:lnTo>
                    <a:pt x="161861" y="163588"/>
                  </a:lnTo>
                  <a:lnTo>
                    <a:pt x="128701" y="195173"/>
                  </a:lnTo>
                  <a:lnTo>
                    <a:pt x="98780" y="229857"/>
                  </a:lnTo>
                  <a:lnTo>
                    <a:pt x="72402" y="267309"/>
                  </a:lnTo>
                  <a:lnTo>
                    <a:pt x="49834" y="307162"/>
                  </a:lnTo>
                  <a:lnTo>
                    <a:pt x="31267" y="349034"/>
                  </a:lnTo>
                  <a:lnTo>
                    <a:pt x="16903" y="392518"/>
                  </a:lnTo>
                  <a:lnTo>
                    <a:pt x="6870" y="437210"/>
                  </a:lnTo>
                  <a:lnTo>
                    <a:pt x="1257" y="482663"/>
                  </a:lnTo>
                  <a:lnTo>
                    <a:pt x="0" y="517004"/>
                  </a:lnTo>
                  <a:lnTo>
                    <a:pt x="139" y="528459"/>
                  </a:lnTo>
                  <a:lnTo>
                    <a:pt x="3505" y="574141"/>
                  </a:lnTo>
                  <a:lnTo>
                    <a:pt x="11341" y="619264"/>
                  </a:lnTo>
                  <a:lnTo>
                    <a:pt x="23558" y="663409"/>
                  </a:lnTo>
                  <a:lnTo>
                    <a:pt x="40043" y="706145"/>
                  </a:lnTo>
                  <a:lnTo>
                    <a:pt x="60629" y="747052"/>
                  </a:lnTo>
                  <a:lnTo>
                    <a:pt x="85140" y="785749"/>
                  </a:lnTo>
                  <a:lnTo>
                    <a:pt x="113322" y="821855"/>
                  </a:lnTo>
                  <a:lnTo>
                    <a:pt x="144894" y="855027"/>
                  </a:lnTo>
                  <a:lnTo>
                    <a:pt x="179578" y="884948"/>
                  </a:lnTo>
                  <a:lnTo>
                    <a:pt x="217030" y="911313"/>
                  </a:lnTo>
                  <a:lnTo>
                    <a:pt x="256882" y="933894"/>
                  </a:lnTo>
                  <a:lnTo>
                    <a:pt x="298754" y="952449"/>
                  </a:lnTo>
                  <a:lnTo>
                    <a:pt x="342239" y="966812"/>
                  </a:lnTo>
                  <a:lnTo>
                    <a:pt x="386930" y="976858"/>
                  </a:lnTo>
                  <a:lnTo>
                    <a:pt x="432396" y="982459"/>
                  </a:lnTo>
                  <a:lnTo>
                    <a:pt x="466725" y="983729"/>
                  </a:lnTo>
                  <a:lnTo>
                    <a:pt x="478180" y="983589"/>
                  </a:lnTo>
                  <a:lnTo>
                    <a:pt x="523862" y="980211"/>
                  </a:lnTo>
                  <a:lnTo>
                    <a:pt x="568985" y="972388"/>
                  </a:lnTo>
                  <a:lnTo>
                    <a:pt x="613130" y="960170"/>
                  </a:lnTo>
                  <a:lnTo>
                    <a:pt x="655866" y="943686"/>
                  </a:lnTo>
                  <a:lnTo>
                    <a:pt x="696772" y="923086"/>
                  </a:lnTo>
                  <a:lnTo>
                    <a:pt x="735469" y="898588"/>
                  </a:lnTo>
                  <a:lnTo>
                    <a:pt x="771575" y="870407"/>
                  </a:lnTo>
                  <a:lnTo>
                    <a:pt x="804748" y="838822"/>
                  </a:lnTo>
                  <a:lnTo>
                    <a:pt x="834669" y="804138"/>
                  </a:lnTo>
                  <a:lnTo>
                    <a:pt x="861034" y="766699"/>
                  </a:lnTo>
                  <a:lnTo>
                    <a:pt x="883615" y="726846"/>
                  </a:lnTo>
                  <a:lnTo>
                    <a:pt x="902169" y="684974"/>
                  </a:lnTo>
                  <a:lnTo>
                    <a:pt x="916546" y="641477"/>
                  </a:lnTo>
                  <a:lnTo>
                    <a:pt x="926579" y="596785"/>
                  </a:lnTo>
                  <a:lnTo>
                    <a:pt x="932180" y="551332"/>
                  </a:lnTo>
                  <a:lnTo>
                    <a:pt x="933450" y="517004"/>
                  </a:lnTo>
                  <a:close/>
                </a:path>
                <a:path extrusionOk="0" h="984250" w="2610484">
                  <a:moveTo>
                    <a:pt x="2610269" y="466725"/>
                  </a:moveTo>
                  <a:lnTo>
                    <a:pt x="2608021" y="420979"/>
                  </a:lnTo>
                  <a:lnTo>
                    <a:pt x="2601290" y="375678"/>
                  </a:lnTo>
                  <a:lnTo>
                    <a:pt x="2590165" y="331241"/>
                  </a:lnTo>
                  <a:lnTo>
                    <a:pt x="2574734" y="288124"/>
                  </a:lnTo>
                  <a:lnTo>
                    <a:pt x="2555151" y="246710"/>
                  </a:lnTo>
                  <a:lnTo>
                    <a:pt x="2531605" y="207429"/>
                  </a:lnTo>
                  <a:lnTo>
                    <a:pt x="2504325" y="170637"/>
                  </a:lnTo>
                  <a:lnTo>
                    <a:pt x="2473566" y="136702"/>
                  </a:lnTo>
                  <a:lnTo>
                    <a:pt x="2439632" y="105943"/>
                  </a:lnTo>
                  <a:lnTo>
                    <a:pt x="2402840" y="78663"/>
                  </a:lnTo>
                  <a:lnTo>
                    <a:pt x="2363546" y="55118"/>
                  </a:lnTo>
                  <a:lnTo>
                    <a:pt x="2322144" y="35534"/>
                  </a:lnTo>
                  <a:lnTo>
                    <a:pt x="2279027" y="20104"/>
                  </a:lnTo>
                  <a:lnTo>
                    <a:pt x="2234590" y="8966"/>
                  </a:lnTo>
                  <a:lnTo>
                    <a:pt x="2189289" y="2247"/>
                  </a:lnTo>
                  <a:lnTo>
                    <a:pt x="2143544" y="0"/>
                  </a:lnTo>
                  <a:lnTo>
                    <a:pt x="2132076" y="139"/>
                  </a:lnTo>
                  <a:lnTo>
                    <a:pt x="2086406" y="3517"/>
                  </a:lnTo>
                  <a:lnTo>
                    <a:pt x="2041271" y="11341"/>
                  </a:lnTo>
                  <a:lnTo>
                    <a:pt x="1997138" y="23558"/>
                  </a:lnTo>
                  <a:lnTo>
                    <a:pt x="1954403" y="40043"/>
                  </a:lnTo>
                  <a:lnTo>
                    <a:pt x="1913483" y="60642"/>
                  </a:lnTo>
                  <a:lnTo>
                    <a:pt x="1874786" y="85140"/>
                  </a:lnTo>
                  <a:lnTo>
                    <a:pt x="1838680" y="113322"/>
                  </a:lnTo>
                  <a:lnTo>
                    <a:pt x="1805508" y="144907"/>
                  </a:lnTo>
                  <a:lnTo>
                    <a:pt x="1775599" y="179590"/>
                  </a:lnTo>
                  <a:lnTo>
                    <a:pt x="1749221" y="217030"/>
                  </a:lnTo>
                  <a:lnTo>
                    <a:pt x="1726641" y="256882"/>
                  </a:lnTo>
                  <a:lnTo>
                    <a:pt x="1708086" y="298754"/>
                  </a:lnTo>
                  <a:lnTo>
                    <a:pt x="1693722" y="342252"/>
                  </a:lnTo>
                  <a:lnTo>
                    <a:pt x="1683689" y="386943"/>
                  </a:lnTo>
                  <a:lnTo>
                    <a:pt x="1678076" y="432396"/>
                  </a:lnTo>
                  <a:lnTo>
                    <a:pt x="1676819" y="466725"/>
                  </a:lnTo>
                  <a:lnTo>
                    <a:pt x="1676958" y="478180"/>
                  </a:lnTo>
                  <a:lnTo>
                    <a:pt x="1680324" y="523862"/>
                  </a:lnTo>
                  <a:lnTo>
                    <a:pt x="1688160" y="568998"/>
                  </a:lnTo>
                  <a:lnTo>
                    <a:pt x="1700377" y="613130"/>
                  </a:lnTo>
                  <a:lnTo>
                    <a:pt x="1716849" y="655866"/>
                  </a:lnTo>
                  <a:lnTo>
                    <a:pt x="1737448" y="696785"/>
                  </a:lnTo>
                  <a:lnTo>
                    <a:pt x="1761959" y="735469"/>
                  </a:lnTo>
                  <a:lnTo>
                    <a:pt x="1790128" y="771588"/>
                  </a:lnTo>
                  <a:lnTo>
                    <a:pt x="1821713" y="804760"/>
                  </a:lnTo>
                  <a:lnTo>
                    <a:pt x="1856397" y="834669"/>
                  </a:lnTo>
                  <a:lnTo>
                    <a:pt x="1893849" y="861047"/>
                  </a:lnTo>
                  <a:lnTo>
                    <a:pt x="1933702" y="883615"/>
                  </a:lnTo>
                  <a:lnTo>
                    <a:pt x="1975573" y="902182"/>
                  </a:lnTo>
                  <a:lnTo>
                    <a:pt x="2019058" y="916546"/>
                  </a:lnTo>
                  <a:lnTo>
                    <a:pt x="2063750" y="926579"/>
                  </a:lnTo>
                  <a:lnTo>
                    <a:pt x="2109203" y="932192"/>
                  </a:lnTo>
                  <a:lnTo>
                    <a:pt x="2143544" y="933450"/>
                  </a:lnTo>
                  <a:lnTo>
                    <a:pt x="2154999" y="933310"/>
                  </a:lnTo>
                  <a:lnTo>
                    <a:pt x="2200668" y="929944"/>
                  </a:lnTo>
                  <a:lnTo>
                    <a:pt x="2245804" y="922108"/>
                  </a:lnTo>
                  <a:lnTo>
                    <a:pt x="2289949" y="909891"/>
                  </a:lnTo>
                  <a:lnTo>
                    <a:pt x="2332672" y="893406"/>
                  </a:lnTo>
                  <a:lnTo>
                    <a:pt x="2373592" y="872820"/>
                  </a:lnTo>
                  <a:lnTo>
                    <a:pt x="2412288" y="848309"/>
                  </a:lnTo>
                  <a:lnTo>
                    <a:pt x="2448395" y="820140"/>
                  </a:lnTo>
                  <a:lnTo>
                    <a:pt x="2481567" y="788555"/>
                  </a:lnTo>
                  <a:lnTo>
                    <a:pt x="2511488" y="753872"/>
                  </a:lnTo>
                  <a:lnTo>
                    <a:pt x="2537853" y="716419"/>
                  </a:lnTo>
                  <a:lnTo>
                    <a:pt x="2560434" y="676567"/>
                  </a:lnTo>
                  <a:lnTo>
                    <a:pt x="2578989" y="634695"/>
                  </a:lnTo>
                  <a:lnTo>
                    <a:pt x="2593352" y="591210"/>
                  </a:lnTo>
                  <a:lnTo>
                    <a:pt x="2603398" y="546519"/>
                  </a:lnTo>
                  <a:lnTo>
                    <a:pt x="2608999" y="501065"/>
                  </a:lnTo>
                  <a:lnTo>
                    <a:pt x="2610269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16596614" y="4726776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10291400" y="4726776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0891190" y="6759932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0957722" y="682935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12033451" y="682935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13367494" y="682935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9555656" y="6759932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9625078" y="682935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0774943" y="1962423"/>
              <a:ext cx="3136265" cy="916305"/>
            </a:xfrm>
            <a:custGeom>
              <a:rect b="b" l="l" r="r" t="t"/>
              <a:pathLst>
                <a:path extrusionOk="0" h="916305" w="3136265">
                  <a:moveTo>
                    <a:pt x="0" y="915940"/>
                  </a:moveTo>
                  <a:lnTo>
                    <a:pt x="313620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13910243" y="1963835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3907587" y="1961928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7063611" y="3812376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3167446" y="3809903"/>
              <a:ext cx="744855" cy="916940"/>
            </a:xfrm>
            <a:custGeom>
              <a:rect b="b" l="l" r="r" t="t"/>
              <a:pathLst>
                <a:path extrusionOk="0" h="916939" w="744855">
                  <a:moveTo>
                    <a:pt x="0" y="916826"/>
                  </a:moveTo>
                  <a:lnTo>
                    <a:pt x="744793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3907266" y="3809618"/>
              <a:ext cx="937260" cy="867410"/>
            </a:xfrm>
            <a:custGeom>
              <a:rect b="b" l="l" r="r" t="t"/>
              <a:pathLst>
                <a:path extrusionOk="0" h="867410" w="937259">
                  <a:moveTo>
                    <a:pt x="936943" y="866854"/>
                  </a:moveTo>
                  <a:lnTo>
                    <a:pt x="0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092051" y="5662540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0" y="1166772"/>
                  </a:moveTo>
                  <a:lnTo>
                    <a:pt x="665289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0759358" y="5662543"/>
              <a:ext cx="665480" cy="1167130"/>
            </a:xfrm>
            <a:custGeom>
              <a:rect b="b" l="l" r="r" t="t"/>
              <a:pathLst>
                <a:path extrusionOk="0" h="1167129" w="665479">
                  <a:moveTo>
                    <a:pt x="665289" y="1166772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3168542" y="5662779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665841" y="1166514"/>
                  </a:moveTo>
                  <a:lnTo>
                    <a:pt x="0" y="0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12500412" y="5662779"/>
              <a:ext cx="666115" cy="1167130"/>
            </a:xfrm>
            <a:custGeom>
              <a:rect b="b" l="l" r="r" t="t"/>
              <a:pathLst>
                <a:path extrusionOk="0" h="1167129" w="666115">
                  <a:moveTo>
                    <a:pt x="0" y="1166514"/>
                  </a:moveTo>
                  <a:lnTo>
                    <a:pt x="665841" y="0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5019955" y="8791305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2033451" y="8791305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7704301" y="8339826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8"/>
          <p:cNvSpPr txBox="1"/>
          <p:nvPr/>
        </p:nvSpPr>
        <p:spPr>
          <a:xfrm>
            <a:off x="13247129" y="9017001"/>
            <a:ext cx="122936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16269935" y="9017001"/>
            <a:ext cx="6896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9573794" y="4044955"/>
            <a:ext cx="2402205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1" name="Google Shape;241;p8"/>
          <p:cNvGrpSpPr/>
          <p:nvPr/>
        </p:nvGrpSpPr>
        <p:grpSpPr>
          <a:xfrm>
            <a:off x="10774943" y="3812382"/>
            <a:ext cx="13710" cy="917411"/>
            <a:chOff x="10774943" y="3812382"/>
            <a:chExt cx="13710" cy="917411"/>
          </a:xfrm>
        </p:grpSpPr>
        <p:sp>
          <p:nvSpPr>
            <p:cNvPr id="242" name="Google Shape;242;p8"/>
            <p:cNvSpPr/>
            <p:nvPr/>
          </p:nvSpPr>
          <p:spPr>
            <a:xfrm>
              <a:off x="10774943" y="3812382"/>
              <a:ext cx="0" cy="248285"/>
            </a:xfrm>
            <a:custGeom>
              <a:rect b="b" l="l" r="r" t="t"/>
              <a:pathLst>
                <a:path extrusionOk="0" h="248285" w="120000">
                  <a:moveTo>
                    <a:pt x="0" y="0"/>
                  </a:moveTo>
                  <a:lnTo>
                    <a:pt x="0" y="247657"/>
                  </a:lnTo>
                </a:path>
              </a:pathLst>
            </a:custGeom>
            <a:noFill/>
            <a:ln cap="flat" cmpd="sng" w="38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10788653" y="4481508"/>
              <a:ext cx="0" cy="248285"/>
            </a:xfrm>
            <a:custGeom>
              <a:rect b="b" l="l" r="r" t="t"/>
              <a:pathLst>
                <a:path extrusionOk="0" h="248285" w="120000">
                  <a:moveTo>
                    <a:pt x="0" y="0"/>
                  </a:moveTo>
                  <a:lnTo>
                    <a:pt x="0" y="247657"/>
                  </a:lnTo>
                </a:path>
              </a:pathLst>
            </a:custGeom>
            <a:noFill/>
            <a:ln cap="flat" cmpd="sng" w="384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CD [DIR]</a:t>
            </a:r>
            <a:endParaRPr/>
          </a:p>
        </p:txBody>
      </p:sp>
      <p:grpSp>
        <p:nvGrpSpPr>
          <p:cNvPr id="249" name="Google Shape;249;p9"/>
          <p:cNvGrpSpPr/>
          <p:nvPr/>
        </p:nvGrpSpPr>
        <p:grpSpPr>
          <a:xfrm>
            <a:off x="7675658" y="0"/>
            <a:ext cx="10612341" cy="10286999"/>
            <a:chOff x="7675658" y="0"/>
            <a:chExt cx="10612341" cy="10286999"/>
          </a:xfrm>
        </p:grpSpPr>
        <p:pic>
          <p:nvPicPr>
            <p:cNvPr id="250" name="Google Shape;25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576" y="0"/>
              <a:ext cx="10579423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9"/>
            <p:cNvSpPr/>
            <p:nvPr/>
          </p:nvSpPr>
          <p:spPr>
            <a:xfrm>
              <a:off x="13510258" y="24235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0425227" y="314540"/>
              <a:ext cx="7239000" cy="4631690"/>
            </a:xfrm>
            <a:custGeom>
              <a:rect b="b" l="l" r="r" t="t"/>
              <a:pathLst>
                <a:path extrusionOk="0" h="4631690" w="723900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85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85" y="2722499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4631690" w="7239000">
                  <a:moveTo>
                    <a:pt x="3342525" y="4164800"/>
                  </a:moveTo>
                  <a:lnTo>
                    <a:pt x="3340277" y="4119054"/>
                  </a:lnTo>
                  <a:lnTo>
                    <a:pt x="3333559" y="4073753"/>
                  </a:lnTo>
                  <a:lnTo>
                    <a:pt x="3322434" y="4029316"/>
                  </a:lnTo>
                  <a:lnTo>
                    <a:pt x="3307003" y="3986199"/>
                  </a:lnTo>
                  <a:lnTo>
                    <a:pt x="3287420" y="3944797"/>
                  </a:lnTo>
                  <a:lnTo>
                    <a:pt x="3263874" y="3905504"/>
                  </a:lnTo>
                  <a:lnTo>
                    <a:pt x="3236582" y="3868712"/>
                  </a:lnTo>
                  <a:lnTo>
                    <a:pt x="3205823" y="3834777"/>
                  </a:lnTo>
                  <a:lnTo>
                    <a:pt x="3171888" y="3804018"/>
                  </a:lnTo>
                  <a:lnTo>
                    <a:pt x="3135096" y="3776738"/>
                  </a:lnTo>
                  <a:lnTo>
                    <a:pt x="3095815" y="3753193"/>
                  </a:lnTo>
                  <a:lnTo>
                    <a:pt x="3054413" y="3733609"/>
                  </a:lnTo>
                  <a:lnTo>
                    <a:pt x="3011284" y="3718179"/>
                  </a:lnTo>
                  <a:lnTo>
                    <a:pt x="2966859" y="3707053"/>
                  </a:lnTo>
                  <a:lnTo>
                    <a:pt x="2921546" y="3700322"/>
                  </a:lnTo>
                  <a:lnTo>
                    <a:pt x="2875800" y="3698075"/>
                  </a:lnTo>
                  <a:lnTo>
                    <a:pt x="2864345" y="3698214"/>
                  </a:lnTo>
                  <a:lnTo>
                    <a:pt x="2818663" y="3701592"/>
                  </a:lnTo>
                  <a:lnTo>
                    <a:pt x="2773540" y="3709416"/>
                  </a:lnTo>
                  <a:lnTo>
                    <a:pt x="2729395" y="3721633"/>
                  </a:lnTo>
                  <a:lnTo>
                    <a:pt x="2686659" y="3738118"/>
                  </a:lnTo>
                  <a:lnTo>
                    <a:pt x="2645753" y="3758717"/>
                  </a:lnTo>
                  <a:lnTo>
                    <a:pt x="2607056" y="3783215"/>
                  </a:lnTo>
                  <a:lnTo>
                    <a:pt x="2570950" y="3811397"/>
                  </a:lnTo>
                  <a:lnTo>
                    <a:pt x="2537777" y="3842982"/>
                  </a:lnTo>
                  <a:lnTo>
                    <a:pt x="2507856" y="3877665"/>
                  </a:lnTo>
                  <a:lnTo>
                    <a:pt x="2481478" y="3915105"/>
                  </a:lnTo>
                  <a:lnTo>
                    <a:pt x="2458910" y="3954957"/>
                  </a:lnTo>
                  <a:lnTo>
                    <a:pt x="2440343" y="3996842"/>
                  </a:lnTo>
                  <a:lnTo>
                    <a:pt x="2425979" y="4040327"/>
                  </a:lnTo>
                  <a:lnTo>
                    <a:pt x="2415946" y="4085018"/>
                  </a:lnTo>
                  <a:lnTo>
                    <a:pt x="2410345" y="4130471"/>
                  </a:lnTo>
                  <a:lnTo>
                    <a:pt x="2409075" y="4164800"/>
                  </a:lnTo>
                  <a:lnTo>
                    <a:pt x="2409215" y="4176268"/>
                  </a:lnTo>
                  <a:lnTo>
                    <a:pt x="2412581" y="4221937"/>
                  </a:lnTo>
                  <a:lnTo>
                    <a:pt x="2420416" y="4267073"/>
                  </a:lnTo>
                  <a:lnTo>
                    <a:pt x="2432634" y="4311205"/>
                  </a:lnTo>
                  <a:lnTo>
                    <a:pt x="2449118" y="4353941"/>
                  </a:lnTo>
                  <a:lnTo>
                    <a:pt x="2469705" y="4394860"/>
                  </a:lnTo>
                  <a:lnTo>
                    <a:pt x="2494216" y="4433557"/>
                  </a:lnTo>
                  <a:lnTo>
                    <a:pt x="2522397" y="4469663"/>
                  </a:lnTo>
                  <a:lnTo>
                    <a:pt x="2553982" y="4502836"/>
                  </a:lnTo>
                  <a:lnTo>
                    <a:pt x="2588653" y="4532744"/>
                  </a:lnTo>
                  <a:lnTo>
                    <a:pt x="2626106" y="4559122"/>
                  </a:lnTo>
                  <a:lnTo>
                    <a:pt x="2665958" y="4581703"/>
                  </a:lnTo>
                  <a:lnTo>
                    <a:pt x="2707830" y="4600257"/>
                  </a:lnTo>
                  <a:lnTo>
                    <a:pt x="2751328" y="4614621"/>
                  </a:lnTo>
                  <a:lnTo>
                    <a:pt x="2796006" y="4624654"/>
                  </a:lnTo>
                  <a:lnTo>
                    <a:pt x="2841472" y="4630267"/>
                  </a:lnTo>
                  <a:lnTo>
                    <a:pt x="2875800" y="4631525"/>
                  </a:lnTo>
                  <a:lnTo>
                    <a:pt x="2887256" y="4631385"/>
                  </a:lnTo>
                  <a:lnTo>
                    <a:pt x="2932938" y="4628019"/>
                  </a:lnTo>
                  <a:lnTo>
                    <a:pt x="2978061" y="4620184"/>
                  </a:lnTo>
                  <a:lnTo>
                    <a:pt x="3022206" y="4607966"/>
                  </a:lnTo>
                  <a:lnTo>
                    <a:pt x="3064941" y="4591494"/>
                  </a:lnTo>
                  <a:lnTo>
                    <a:pt x="3105848" y="4570895"/>
                  </a:lnTo>
                  <a:lnTo>
                    <a:pt x="3144545" y="4546384"/>
                  </a:lnTo>
                  <a:lnTo>
                    <a:pt x="3180651" y="4518215"/>
                  </a:lnTo>
                  <a:lnTo>
                    <a:pt x="3213824" y="4486630"/>
                  </a:lnTo>
                  <a:lnTo>
                    <a:pt x="3243745" y="4451947"/>
                  </a:lnTo>
                  <a:lnTo>
                    <a:pt x="3270123" y="4414494"/>
                  </a:lnTo>
                  <a:lnTo>
                    <a:pt x="3292691" y="4374642"/>
                  </a:lnTo>
                  <a:lnTo>
                    <a:pt x="3311258" y="4332770"/>
                  </a:lnTo>
                  <a:lnTo>
                    <a:pt x="3325622" y="4289285"/>
                  </a:lnTo>
                  <a:lnTo>
                    <a:pt x="3335655" y="4244594"/>
                  </a:lnTo>
                  <a:lnTo>
                    <a:pt x="3341255" y="4199140"/>
                  </a:lnTo>
                  <a:lnTo>
                    <a:pt x="3342525" y="4164800"/>
                  </a:lnTo>
                  <a:close/>
                </a:path>
                <a:path extrusionOk="0" h="4631690" w="7239000">
                  <a:moveTo>
                    <a:pt x="4085348" y="2316416"/>
                  </a:moveTo>
                  <a:lnTo>
                    <a:pt x="4083100" y="2270671"/>
                  </a:lnTo>
                  <a:lnTo>
                    <a:pt x="4076382" y="2225357"/>
                  </a:lnTo>
                  <a:lnTo>
                    <a:pt x="4065257" y="2180933"/>
                  </a:lnTo>
                  <a:lnTo>
                    <a:pt x="4049826" y="2137803"/>
                  </a:lnTo>
                  <a:lnTo>
                    <a:pt x="4030243" y="2096401"/>
                  </a:lnTo>
                  <a:lnTo>
                    <a:pt x="4006697" y="2057120"/>
                  </a:lnTo>
                  <a:lnTo>
                    <a:pt x="3979405" y="2020328"/>
                  </a:lnTo>
                  <a:lnTo>
                    <a:pt x="3948646" y="1986394"/>
                  </a:lnTo>
                  <a:lnTo>
                    <a:pt x="3914711" y="1955634"/>
                  </a:lnTo>
                  <a:lnTo>
                    <a:pt x="3877919" y="1928342"/>
                  </a:lnTo>
                  <a:lnTo>
                    <a:pt x="3838638" y="1904796"/>
                  </a:lnTo>
                  <a:lnTo>
                    <a:pt x="3797236" y="1885213"/>
                  </a:lnTo>
                  <a:lnTo>
                    <a:pt x="3754107" y="1869782"/>
                  </a:lnTo>
                  <a:lnTo>
                    <a:pt x="3709682" y="1858657"/>
                  </a:lnTo>
                  <a:lnTo>
                    <a:pt x="3664369" y="1851939"/>
                  </a:lnTo>
                  <a:lnTo>
                    <a:pt x="3618623" y="1849691"/>
                  </a:lnTo>
                  <a:lnTo>
                    <a:pt x="3607168" y="1849831"/>
                  </a:lnTo>
                  <a:lnTo>
                    <a:pt x="3561486" y="1853196"/>
                  </a:lnTo>
                  <a:lnTo>
                    <a:pt x="3516363" y="1861032"/>
                  </a:lnTo>
                  <a:lnTo>
                    <a:pt x="3472218" y="1873250"/>
                  </a:lnTo>
                  <a:lnTo>
                    <a:pt x="3429482" y="1889734"/>
                  </a:lnTo>
                  <a:lnTo>
                    <a:pt x="3388576" y="1910321"/>
                  </a:lnTo>
                  <a:lnTo>
                    <a:pt x="3349879" y="1934832"/>
                  </a:lnTo>
                  <a:lnTo>
                    <a:pt x="3313773" y="1963013"/>
                  </a:lnTo>
                  <a:lnTo>
                    <a:pt x="3280600" y="1994585"/>
                  </a:lnTo>
                  <a:lnTo>
                    <a:pt x="3250679" y="2029269"/>
                  </a:lnTo>
                  <a:lnTo>
                    <a:pt x="3224314" y="2066721"/>
                  </a:lnTo>
                  <a:lnTo>
                    <a:pt x="3201733" y="2106574"/>
                  </a:lnTo>
                  <a:lnTo>
                    <a:pt x="3183166" y="2148446"/>
                  </a:lnTo>
                  <a:lnTo>
                    <a:pt x="3168802" y="2191931"/>
                  </a:lnTo>
                  <a:lnTo>
                    <a:pt x="3158769" y="2236622"/>
                  </a:lnTo>
                  <a:lnTo>
                    <a:pt x="3153168" y="2282088"/>
                  </a:lnTo>
                  <a:lnTo>
                    <a:pt x="3151898" y="2316416"/>
                  </a:lnTo>
                  <a:lnTo>
                    <a:pt x="3152038" y="2327872"/>
                  </a:lnTo>
                  <a:lnTo>
                    <a:pt x="3155404" y="2373553"/>
                  </a:lnTo>
                  <a:lnTo>
                    <a:pt x="3163239" y="2418677"/>
                  </a:lnTo>
                  <a:lnTo>
                    <a:pt x="3175457" y="2462822"/>
                  </a:lnTo>
                  <a:lnTo>
                    <a:pt x="3191941" y="2505557"/>
                  </a:lnTo>
                  <a:lnTo>
                    <a:pt x="3212528" y="2546464"/>
                  </a:lnTo>
                  <a:lnTo>
                    <a:pt x="3237039" y="2585161"/>
                  </a:lnTo>
                  <a:lnTo>
                    <a:pt x="3265220" y="2621267"/>
                  </a:lnTo>
                  <a:lnTo>
                    <a:pt x="3296805" y="2654439"/>
                  </a:lnTo>
                  <a:lnTo>
                    <a:pt x="3331476" y="2684361"/>
                  </a:lnTo>
                  <a:lnTo>
                    <a:pt x="3368929" y="2710726"/>
                  </a:lnTo>
                  <a:lnTo>
                    <a:pt x="3408781" y="2733306"/>
                  </a:lnTo>
                  <a:lnTo>
                    <a:pt x="3450653" y="2751861"/>
                  </a:lnTo>
                  <a:lnTo>
                    <a:pt x="3494151" y="2766237"/>
                  </a:lnTo>
                  <a:lnTo>
                    <a:pt x="3538829" y="2776270"/>
                  </a:lnTo>
                  <a:lnTo>
                    <a:pt x="3584295" y="2781871"/>
                  </a:lnTo>
                  <a:lnTo>
                    <a:pt x="3618623" y="2783141"/>
                  </a:lnTo>
                  <a:lnTo>
                    <a:pt x="3630079" y="2783001"/>
                  </a:lnTo>
                  <a:lnTo>
                    <a:pt x="3675761" y="2779623"/>
                  </a:lnTo>
                  <a:lnTo>
                    <a:pt x="3720884" y="2771800"/>
                  </a:lnTo>
                  <a:lnTo>
                    <a:pt x="3765029" y="2759583"/>
                  </a:lnTo>
                  <a:lnTo>
                    <a:pt x="3807764" y="2743098"/>
                  </a:lnTo>
                  <a:lnTo>
                    <a:pt x="3848671" y="2722499"/>
                  </a:lnTo>
                  <a:lnTo>
                    <a:pt x="3887368" y="2698000"/>
                  </a:lnTo>
                  <a:lnTo>
                    <a:pt x="3923474" y="2669819"/>
                  </a:lnTo>
                  <a:lnTo>
                    <a:pt x="3956647" y="2638234"/>
                  </a:lnTo>
                  <a:lnTo>
                    <a:pt x="3986568" y="2603550"/>
                  </a:lnTo>
                  <a:lnTo>
                    <a:pt x="4012946" y="2566111"/>
                  </a:lnTo>
                  <a:lnTo>
                    <a:pt x="4035514" y="2526258"/>
                  </a:lnTo>
                  <a:lnTo>
                    <a:pt x="4054081" y="2484386"/>
                  </a:lnTo>
                  <a:lnTo>
                    <a:pt x="4068445" y="2440889"/>
                  </a:lnTo>
                  <a:lnTo>
                    <a:pt x="4078478" y="2396198"/>
                  </a:lnTo>
                  <a:lnTo>
                    <a:pt x="4084078" y="2350744"/>
                  </a:lnTo>
                  <a:lnTo>
                    <a:pt x="4085348" y="2316416"/>
                  </a:lnTo>
                  <a:close/>
                </a:path>
                <a:path extrusionOk="0" h="4631690" w="723900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78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93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27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  <a:path extrusionOk="0" h="4631690" w="7239000">
                  <a:moveTo>
                    <a:pt x="5019345" y="4114533"/>
                  </a:moveTo>
                  <a:lnTo>
                    <a:pt x="5017097" y="4068788"/>
                  </a:lnTo>
                  <a:lnTo>
                    <a:pt x="5010378" y="4023474"/>
                  </a:lnTo>
                  <a:lnTo>
                    <a:pt x="4999240" y="3979049"/>
                  </a:lnTo>
                  <a:lnTo>
                    <a:pt x="4983810" y="3935920"/>
                  </a:lnTo>
                  <a:lnTo>
                    <a:pt x="4964239" y="3894518"/>
                  </a:lnTo>
                  <a:lnTo>
                    <a:pt x="4940681" y="3855237"/>
                  </a:lnTo>
                  <a:lnTo>
                    <a:pt x="4913401" y="3818445"/>
                  </a:lnTo>
                  <a:lnTo>
                    <a:pt x="4882642" y="3784511"/>
                  </a:lnTo>
                  <a:lnTo>
                    <a:pt x="4848707" y="3753751"/>
                  </a:lnTo>
                  <a:lnTo>
                    <a:pt x="4811915" y="3726459"/>
                  </a:lnTo>
                  <a:lnTo>
                    <a:pt x="4772634" y="3702913"/>
                  </a:lnTo>
                  <a:lnTo>
                    <a:pt x="4731232" y="3683330"/>
                  </a:lnTo>
                  <a:lnTo>
                    <a:pt x="4688103" y="3667899"/>
                  </a:lnTo>
                  <a:lnTo>
                    <a:pt x="4643679" y="3656774"/>
                  </a:lnTo>
                  <a:lnTo>
                    <a:pt x="4598365" y="3650056"/>
                  </a:lnTo>
                  <a:lnTo>
                    <a:pt x="4552620" y="3647808"/>
                  </a:lnTo>
                  <a:lnTo>
                    <a:pt x="4541164" y="3647948"/>
                  </a:lnTo>
                  <a:lnTo>
                    <a:pt x="4495482" y="3651313"/>
                  </a:lnTo>
                  <a:lnTo>
                    <a:pt x="4450359" y="3659149"/>
                  </a:lnTo>
                  <a:lnTo>
                    <a:pt x="4406214" y="3671366"/>
                  </a:lnTo>
                  <a:lnTo>
                    <a:pt x="4363478" y="3687851"/>
                  </a:lnTo>
                  <a:lnTo>
                    <a:pt x="4322572" y="3708438"/>
                  </a:lnTo>
                  <a:lnTo>
                    <a:pt x="4283875" y="3732949"/>
                  </a:lnTo>
                  <a:lnTo>
                    <a:pt x="4247769" y="3761130"/>
                  </a:lnTo>
                  <a:lnTo>
                    <a:pt x="4214596" y="3792702"/>
                  </a:lnTo>
                  <a:lnTo>
                    <a:pt x="4184675" y="3827386"/>
                  </a:lnTo>
                  <a:lnTo>
                    <a:pt x="4158297" y="3864838"/>
                  </a:lnTo>
                  <a:lnTo>
                    <a:pt x="4135729" y="3904691"/>
                  </a:lnTo>
                  <a:lnTo>
                    <a:pt x="4117162" y="3946563"/>
                  </a:lnTo>
                  <a:lnTo>
                    <a:pt x="4102798" y="3990048"/>
                  </a:lnTo>
                  <a:lnTo>
                    <a:pt x="4092765" y="4034739"/>
                  </a:lnTo>
                  <a:lnTo>
                    <a:pt x="4087152" y="4080205"/>
                  </a:lnTo>
                  <a:lnTo>
                    <a:pt x="4085894" y="4114533"/>
                  </a:lnTo>
                  <a:lnTo>
                    <a:pt x="4086034" y="4125988"/>
                  </a:lnTo>
                  <a:lnTo>
                    <a:pt x="4089400" y="4171670"/>
                  </a:lnTo>
                  <a:lnTo>
                    <a:pt x="4097236" y="4216793"/>
                  </a:lnTo>
                  <a:lnTo>
                    <a:pt x="4109453" y="4260939"/>
                  </a:lnTo>
                  <a:lnTo>
                    <a:pt x="4125938" y="4303674"/>
                  </a:lnTo>
                  <a:lnTo>
                    <a:pt x="4146524" y="4344581"/>
                  </a:lnTo>
                  <a:lnTo>
                    <a:pt x="4171035" y="4383278"/>
                  </a:lnTo>
                  <a:lnTo>
                    <a:pt x="4199217" y="4419384"/>
                  </a:lnTo>
                  <a:lnTo>
                    <a:pt x="4230802" y="4452556"/>
                  </a:lnTo>
                  <a:lnTo>
                    <a:pt x="4265473" y="4482477"/>
                  </a:lnTo>
                  <a:lnTo>
                    <a:pt x="4302925" y="4508843"/>
                  </a:lnTo>
                  <a:lnTo>
                    <a:pt x="4342777" y="4531423"/>
                  </a:lnTo>
                  <a:lnTo>
                    <a:pt x="4384649" y="4549978"/>
                  </a:lnTo>
                  <a:lnTo>
                    <a:pt x="4428134" y="4564354"/>
                  </a:lnTo>
                  <a:lnTo>
                    <a:pt x="4472825" y="4574387"/>
                  </a:lnTo>
                  <a:lnTo>
                    <a:pt x="4518291" y="4579988"/>
                  </a:lnTo>
                  <a:lnTo>
                    <a:pt x="4552620" y="4581258"/>
                  </a:lnTo>
                  <a:lnTo>
                    <a:pt x="4564075" y="4581118"/>
                  </a:lnTo>
                  <a:lnTo>
                    <a:pt x="4609757" y="4577740"/>
                  </a:lnTo>
                  <a:lnTo>
                    <a:pt x="4654880" y="4569917"/>
                  </a:lnTo>
                  <a:lnTo>
                    <a:pt x="4699025" y="4557700"/>
                  </a:lnTo>
                  <a:lnTo>
                    <a:pt x="4741761" y="4541215"/>
                  </a:lnTo>
                  <a:lnTo>
                    <a:pt x="4782667" y="4520616"/>
                  </a:lnTo>
                  <a:lnTo>
                    <a:pt x="4821364" y="4496117"/>
                  </a:lnTo>
                  <a:lnTo>
                    <a:pt x="4857470" y="4467936"/>
                  </a:lnTo>
                  <a:lnTo>
                    <a:pt x="4890643" y="4436351"/>
                  </a:lnTo>
                  <a:lnTo>
                    <a:pt x="4920564" y="4401667"/>
                  </a:lnTo>
                  <a:lnTo>
                    <a:pt x="4946929" y="4364228"/>
                  </a:lnTo>
                  <a:lnTo>
                    <a:pt x="4969510" y="4324375"/>
                  </a:lnTo>
                  <a:lnTo>
                    <a:pt x="4988077" y="4282503"/>
                  </a:lnTo>
                  <a:lnTo>
                    <a:pt x="5002441" y="4239006"/>
                  </a:lnTo>
                  <a:lnTo>
                    <a:pt x="5012474" y="4194314"/>
                  </a:lnTo>
                  <a:lnTo>
                    <a:pt x="5018075" y="4148861"/>
                  </a:lnTo>
                  <a:lnTo>
                    <a:pt x="5019345" y="4114533"/>
                  </a:lnTo>
                  <a:close/>
                </a:path>
                <a:path extrusionOk="0" h="4631690" w="7239000">
                  <a:moveTo>
                    <a:pt x="7238670" y="2316416"/>
                  </a:moveTo>
                  <a:lnTo>
                    <a:pt x="7236422" y="2270671"/>
                  </a:lnTo>
                  <a:lnTo>
                    <a:pt x="7229703" y="2225357"/>
                  </a:lnTo>
                  <a:lnTo>
                    <a:pt x="7218566" y="2180933"/>
                  </a:lnTo>
                  <a:lnTo>
                    <a:pt x="7203135" y="2137803"/>
                  </a:lnTo>
                  <a:lnTo>
                    <a:pt x="7183564" y="2096401"/>
                  </a:lnTo>
                  <a:lnTo>
                    <a:pt x="7160006" y="2057120"/>
                  </a:lnTo>
                  <a:lnTo>
                    <a:pt x="7132726" y="2020328"/>
                  </a:lnTo>
                  <a:lnTo>
                    <a:pt x="7101967" y="1986394"/>
                  </a:lnTo>
                  <a:lnTo>
                    <a:pt x="7068032" y="1955634"/>
                  </a:lnTo>
                  <a:lnTo>
                    <a:pt x="7031241" y="1928342"/>
                  </a:lnTo>
                  <a:lnTo>
                    <a:pt x="6991959" y="1904796"/>
                  </a:lnTo>
                  <a:lnTo>
                    <a:pt x="6950557" y="1885213"/>
                  </a:lnTo>
                  <a:lnTo>
                    <a:pt x="6907428" y="1869782"/>
                  </a:lnTo>
                  <a:lnTo>
                    <a:pt x="6862991" y="1858657"/>
                  </a:lnTo>
                  <a:lnTo>
                    <a:pt x="6817690" y="1851939"/>
                  </a:lnTo>
                  <a:lnTo>
                    <a:pt x="6771945" y="1849691"/>
                  </a:lnTo>
                  <a:lnTo>
                    <a:pt x="6760489" y="1849831"/>
                  </a:lnTo>
                  <a:lnTo>
                    <a:pt x="6714807" y="1853196"/>
                  </a:lnTo>
                  <a:lnTo>
                    <a:pt x="6669684" y="1861032"/>
                  </a:lnTo>
                  <a:lnTo>
                    <a:pt x="6625539" y="1873250"/>
                  </a:lnTo>
                  <a:lnTo>
                    <a:pt x="6582804" y="1889734"/>
                  </a:lnTo>
                  <a:lnTo>
                    <a:pt x="6541897" y="1910321"/>
                  </a:lnTo>
                  <a:lnTo>
                    <a:pt x="6503200" y="1934832"/>
                  </a:lnTo>
                  <a:lnTo>
                    <a:pt x="6467094" y="1963013"/>
                  </a:lnTo>
                  <a:lnTo>
                    <a:pt x="6433921" y="1994585"/>
                  </a:lnTo>
                  <a:lnTo>
                    <a:pt x="6404000" y="2029269"/>
                  </a:lnTo>
                  <a:lnTo>
                    <a:pt x="6377622" y="2066721"/>
                  </a:lnTo>
                  <a:lnTo>
                    <a:pt x="6355054" y="2106574"/>
                  </a:lnTo>
                  <a:lnTo>
                    <a:pt x="6336487" y="2148446"/>
                  </a:lnTo>
                  <a:lnTo>
                    <a:pt x="6322123" y="2191931"/>
                  </a:lnTo>
                  <a:lnTo>
                    <a:pt x="6312090" y="2236622"/>
                  </a:lnTo>
                  <a:lnTo>
                    <a:pt x="6306477" y="2282088"/>
                  </a:lnTo>
                  <a:lnTo>
                    <a:pt x="6305220" y="2316416"/>
                  </a:lnTo>
                  <a:lnTo>
                    <a:pt x="6305359" y="2327872"/>
                  </a:lnTo>
                  <a:lnTo>
                    <a:pt x="6308725" y="2373553"/>
                  </a:lnTo>
                  <a:lnTo>
                    <a:pt x="6316561" y="2418677"/>
                  </a:lnTo>
                  <a:lnTo>
                    <a:pt x="6328778" y="2462822"/>
                  </a:lnTo>
                  <a:lnTo>
                    <a:pt x="6345263" y="2505557"/>
                  </a:lnTo>
                  <a:lnTo>
                    <a:pt x="6365849" y="2546464"/>
                  </a:lnTo>
                  <a:lnTo>
                    <a:pt x="6390360" y="2585161"/>
                  </a:lnTo>
                  <a:lnTo>
                    <a:pt x="6418542" y="2621267"/>
                  </a:lnTo>
                  <a:lnTo>
                    <a:pt x="6450127" y="2654439"/>
                  </a:lnTo>
                  <a:lnTo>
                    <a:pt x="6484798" y="2684361"/>
                  </a:lnTo>
                  <a:lnTo>
                    <a:pt x="6522250" y="2710726"/>
                  </a:lnTo>
                  <a:lnTo>
                    <a:pt x="6562103" y="2733306"/>
                  </a:lnTo>
                  <a:lnTo>
                    <a:pt x="6603974" y="2751861"/>
                  </a:lnTo>
                  <a:lnTo>
                    <a:pt x="6647459" y="2766237"/>
                  </a:lnTo>
                  <a:lnTo>
                    <a:pt x="6692151" y="2776270"/>
                  </a:lnTo>
                  <a:lnTo>
                    <a:pt x="6737617" y="2781871"/>
                  </a:lnTo>
                  <a:lnTo>
                    <a:pt x="6771945" y="2783141"/>
                  </a:lnTo>
                  <a:lnTo>
                    <a:pt x="6783400" y="2783001"/>
                  </a:lnTo>
                  <a:lnTo>
                    <a:pt x="6829082" y="2779623"/>
                  </a:lnTo>
                  <a:lnTo>
                    <a:pt x="6874205" y="2771800"/>
                  </a:lnTo>
                  <a:lnTo>
                    <a:pt x="6918350" y="2759583"/>
                  </a:lnTo>
                  <a:lnTo>
                    <a:pt x="6961086" y="2743098"/>
                  </a:lnTo>
                  <a:lnTo>
                    <a:pt x="7001992" y="2722499"/>
                  </a:lnTo>
                  <a:lnTo>
                    <a:pt x="7040689" y="2698000"/>
                  </a:lnTo>
                  <a:lnTo>
                    <a:pt x="7076795" y="2669819"/>
                  </a:lnTo>
                  <a:lnTo>
                    <a:pt x="7109968" y="2638234"/>
                  </a:lnTo>
                  <a:lnTo>
                    <a:pt x="7139889" y="2603550"/>
                  </a:lnTo>
                  <a:lnTo>
                    <a:pt x="7166254" y="2566111"/>
                  </a:lnTo>
                  <a:lnTo>
                    <a:pt x="7188835" y="2526258"/>
                  </a:lnTo>
                  <a:lnTo>
                    <a:pt x="7207402" y="2484386"/>
                  </a:lnTo>
                  <a:lnTo>
                    <a:pt x="7221766" y="2440889"/>
                  </a:lnTo>
                  <a:lnTo>
                    <a:pt x="7231799" y="2396198"/>
                  </a:lnTo>
                  <a:lnTo>
                    <a:pt x="7237400" y="2350744"/>
                  </a:lnTo>
                  <a:lnTo>
                    <a:pt x="7238670" y="23164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16730452" y="401261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10425236" y="401261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10892231" y="1247396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14044079" y="1249672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14041425" y="1247764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17197447" y="3098214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13301283" y="3095741"/>
              <a:ext cx="744855" cy="916940"/>
            </a:xfrm>
            <a:custGeom>
              <a:rect b="b" l="l" r="r" t="t"/>
              <a:pathLst>
                <a:path extrusionOk="0" h="916939" w="744855">
                  <a:moveTo>
                    <a:pt x="0" y="916826"/>
                  </a:moveTo>
                  <a:lnTo>
                    <a:pt x="744793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14041101" y="3095456"/>
              <a:ext cx="937260" cy="867410"/>
            </a:xfrm>
            <a:custGeom>
              <a:rect b="b" l="l" r="r" t="t"/>
              <a:pathLst>
                <a:path extrusionOk="0" h="867410" w="937259">
                  <a:moveTo>
                    <a:pt x="936943" y="866854"/>
                  </a:moveTo>
                  <a:lnTo>
                    <a:pt x="0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10892233" y="3098214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10443566" y="5422188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98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43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74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36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511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210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2783204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10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01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69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15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13510258" y="7203905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12852641" y="7271880"/>
              <a:ext cx="4829810" cy="2781935"/>
            </a:xfrm>
            <a:custGeom>
              <a:rect b="b" l="l" r="r" t="t"/>
              <a:pathLst>
                <a:path extrusionOk="0" h="2781934" w="4829809">
                  <a:moveTo>
                    <a:pt x="933450" y="2315121"/>
                  </a:moveTo>
                  <a:lnTo>
                    <a:pt x="931202" y="2269375"/>
                  </a:lnTo>
                  <a:lnTo>
                    <a:pt x="924483" y="2224062"/>
                  </a:lnTo>
                  <a:lnTo>
                    <a:pt x="913358" y="2179637"/>
                  </a:lnTo>
                  <a:lnTo>
                    <a:pt x="897928" y="2136508"/>
                  </a:lnTo>
                  <a:lnTo>
                    <a:pt x="878344" y="2095106"/>
                  </a:lnTo>
                  <a:lnTo>
                    <a:pt x="854798" y="2055825"/>
                  </a:lnTo>
                  <a:lnTo>
                    <a:pt x="827506" y="2019033"/>
                  </a:lnTo>
                  <a:lnTo>
                    <a:pt x="796747" y="1985098"/>
                  </a:lnTo>
                  <a:lnTo>
                    <a:pt x="762812" y="1954339"/>
                  </a:lnTo>
                  <a:lnTo>
                    <a:pt x="726020" y="1927047"/>
                  </a:lnTo>
                  <a:lnTo>
                    <a:pt x="686739" y="1903501"/>
                  </a:lnTo>
                  <a:lnTo>
                    <a:pt x="645337" y="1883918"/>
                  </a:lnTo>
                  <a:lnTo>
                    <a:pt x="602208" y="1868487"/>
                  </a:lnTo>
                  <a:lnTo>
                    <a:pt x="557784" y="1857362"/>
                  </a:lnTo>
                  <a:lnTo>
                    <a:pt x="512470" y="1850644"/>
                  </a:lnTo>
                  <a:lnTo>
                    <a:pt x="466725" y="1848396"/>
                  </a:lnTo>
                  <a:lnTo>
                    <a:pt x="455269" y="1848535"/>
                  </a:lnTo>
                  <a:lnTo>
                    <a:pt x="409587" y="1851901"/>
                  </a:lnTo>
                  <a:lnTo>
                    <a:pt x="364464" y="1859737"/>
                  </a:lnTo>
                  <a:lnTo>
                    <a:pt x="320319" y="1871954"/>
                  </a:lnTo>
                  <a:lnTo>
                    <a:pt x="277583" y="1888439"/>
                  </a:lnTo>
                  <a:lnTo>
                    <a:pt x="236677" y="1909025"/>
                  </a:lnTo>
                  <a:lnTo>
                    <a:pt x="197980" y="1933536"/>
                  </a:lnTo>
                  <a:lnTo>
                    <a:pt x="161874" y="1961718"/>
                  </a:lnTo>
                  <a:lnTo>
                    <a:pt x="128701" y="1993290"/>
                  </a:lnTo>
                  <a:lnTo>
                    <a:pt x="98780" y="2027974"/>
                  </a:lnTo>
                  <a:lnTo>
                    <a:pt x="72415" y="2065426"/>
                  </a:lnTo>
                  <a:lnTo>
                    <a:pt x="49834" y="2105279"/>
                  </a:lnTo>
                  <a:lnTo>
                    <a:pt x="31267" y="2147151"/>
                  </a:lnTo>
                  <a:lnTo>
                    <a:pt x="16903" y="2190635"/>
                  </a:lnTo>
                  <a:lnTo>
                    <a:pt x="6870" y="2235327"/>
                  </a:lnTo>
                  <a:lnTo>
                    <a:pt x="1270" y="2280793"/>
                  </a:lnTo>
                  <a:lnTo>
                    <a:pt x="0" y="2315121"/>
                  </a:lnTo>
                  <a:lnTo>
                    <a:pt x="139" y="2326576"/>
                  </a:lnTo>
                  <a:lnTo>
                    <a:pt x="3505" y="2372258"/>
                  </a:lnTo>
                  <a:lnTo>
                    <a:pt x="11341" y="2417381"/>
                  </a:lnTo>
                  <a:lnTo>
                    <a:pt x="23558" y="2461526"/>
                  </a:lnTo>
                  <a:lnTo>
                    <a:pt x="40043" y="2504262"/>
                  </a:lnTo>
                  <a:lnTo>
                    <a:pt x="60642" y="2545169"/>
                  </a:lnTo>
                  <a:lnTo>
                    <a:pt x="85140" y="2583865"/>
                  </a:lnTo>
                  <a:lnTo>
                    <a:pt x="113322" y="2619972"/>
                  </a:lnTo>
                  <a:lnTo>
                    <a:pt x="144907" y="2653144"/>
                  </a:lnTo>
                  <a:lnTo>
                    <a:pt x="179590" y="2683065"/>
                  </a:lnTo>
                  <a:lnTo>
                    <a:pt x="217030" y="2709430"/>
                  </a:lnTo>
                  <a:lnTo>
                    <a:pt x="256882" y="2732011"/>
                  </a:lnTo>
                  <a:lnTo>
                    <a:pt x="298754" y="2750566"/>
                  </a:lnTo>
                  <a:lnTo>
                    <a:pt x="342252" y="2764942"/>
                  </a:lnTo>
                  <a:lnTo>
                    <a:pt x="386943" y="2774975"/>
                  </a:lnTo>
                  <a:lnTo>
                    <a:pt x="432396" y="2780576"/>
                  </a:lnTo>
                  <a:lnTo>
                    <a:pt x="466725" y="2781846"/>
                  </a:lnTo>
                  <a:lnTo>
                    <a:pt x="478180" y="2781706"/>
                  </a:lnTo>
                  <a:lnTo>
                    <a:pt x="523862" y="2778328"/>
                  </a:lnTo>
                  <a:lnTo>
                    <a:pt x="568985" y="2770505"/>
                  </a:lnTo>
                  <a:lnTo>
                    <a:pt x="613130" y="2758287"/>
                  </a:lnTo>
                  <a:lnTo>
                    <a:pt x="655866" y="2741803"/>
                  </a:lnTo>
                  <a:lnTo>
                    <a:pt x="696772" y="2721203"/>
                  </a:lnTo>
                  <a:lnTo>
                    <a:pt x="735469" y="2696705"/>
                  </a:lnTo>
                  <a:lnTo>
                    <a:pt x="771575" y="2668524"/>
                  </a:lnTo>
                  <a:lnTo>
                    <a:pt x="804748" y="2636939"/>
                  </a:lnTo>
                  <a:lnTo>
                    <a:pt x="834669" y="2602255"/>
                  </a:lnTo>
                  <a:lnTo>
                    <a:pt x="861047" y="2564815"/>
                  </a:lnTo>
                  <a:lnTo>
                    <a:pt x="883615" y="2524963"/>
                  </a:lnTo>
                  <a:lnTo>
                    <a:pt x="902182" y="2483091"/>
                  </a:lnTo>
                  <a:lnTo>
                    <a:pt x="916546" y="2439593"/>
                  </a:lnTo>
                  <a:lnTo>
                    <a:pt x="926579" y="2394902"/>
                  </a:lnTo>
                  <a:lnTo>
                    <a:pt x="932192" y="2349449"/>
                  </a:lnTo>
                  <a:lnTo>
                    <a:pt x="933450" y="2315121"/>
                  </a:lnTo>
                  <a:close/>
                </a:path>
                <a:path extrusionOk="0" h="2781934" w="4829809">
                  <a:moveTo>
                    <a:pt x="1676273" y="466725"/>
                  </a:moveTo>
                  <a:lnTo>
                    <a:pt x="1674025" y="420979"/>
                  </a:lnTo>
                  <a:lnTo>
                    <a:pt x="1667306" y="375666"/>
                  </a:lnTo>
                  <a:lnTo>
                    <a:pt x="1656181" y="331241"/>
                  </a:lnTo>
                  <a:lnTo>
                    <a:pt x="1640751" y="288112"/>
                  </a:lnTo>
                  <a:lnTo>
                    <a:pt x="1621167" y="246710"/>
                  </a:lnTo>
                  <a:lnTo>
                    <a:pt x="1597621" y="207429"/>
                  </a:lnTo>
                  <a:lnTo>
                    <a:pt x="1570329" y="170637"/>
                  </a:lnTo>
                  <a:lnTo>
                    <a:pt x="1539570" y="136702"/>
                  </a:lnTo>
                  <a:lnTo>
                    <a:pt x="1505635" y="105943"/>
                  </a:lnTo>
                  <a:lnTo>
                    <a:pt x="1468843" y="78651"/>
                  </a:lnTo>
                  <a:lnTo>
                    <a:pt x="1429562" y="55105"/>
                  </a:lnTo>
                  <a:lnTo>
                    <a:pt x="1388160" y="35521"/>
                  </a:lnTo>
                  <a:lnTo>
                    <a:pt x="1345031" y="20091"/>
                  </a:lnTo>
                  <a:lnTo>
                    <a:pt x="1300607" y="8966"/>
                  </a:lnTo>
                  <a:lnTo>
                    <a:pt x="1255293" y="2247"/>
                  </a:lnTo>
                  <a:lnTo>
                    <a:pt x="1209548" y="0"/>
                  </a:lnTo>
                  <a:lnTo>
                    <a:pt x="1198092" y="139"/>
                  </a:lnTo>
                  <a:lnTo>
                    <a:pt x="1152410" y="3505"/>
                  </a:lnTo>
                  <a:lnTo>
                    <a:pt x="1107287" y="11341"/>
                  </a:lnTo>
                  <a:lnTo>
                    <a:pt x="1063142" y="23558"/>
                  </a:lnTo>
                  <a:lnTo>
                    <a:pt x="1020406" y="40043"/>
                  </a:lnTo>
                  <a:lnTo>
                    <a:pt x="979500" y="60629"/>
                  </a:lnTo>
                  <a:lnTo>
                    <a:pt x="940803" y="85140"/>
                  </a:lnTo>
                  <a:lnTo>
                    <a:pt x="904697" y="113322"/>
                  </a:lnTo>
                  <a:lnTo>
                    <a:pt x="871524" y="144907"/>
                  </a:lnTo>
                  <a:lnTo>
                    <a:pt x="841603" y="179578"/>
                  </a:lnTo>
                  <a:lnTo>
                    <a:pt x="815225" y="217030"/>
                  </a:lnTo>
                  <a:lnTo>
                    <a:pt x="792657" y="256882"/>
                  </a:lnTo>
                  <a:lnTo>
                    <a:pt x="774090" y="298754"/>
                  </a:lnTo>
                  <a:lnTo>
                    <a:pt x="759726" y="342252"/>
                  </a:lnTo>
                  <a:lnTo>
                    <a:pt x="749693" y="386930"/>
                  </a:lnTo>
                  <a:lnTo>
                    <a:pt x="744093" y="432396"/>
                  </a:lnTo>
                  <a:lnTo>
                    <a:pt x="742823" y="466725"/>
                  </a:lnTo>
                  <a:lnTo>
                    <a:pt x="742962" y="478180"/>
                  </a:lnTo>
                  <a:lnTo>
                    <a:pt x="746328" y="523862"/>
                  </a:lnTo>
                  <a:lnTo>
                    <a:pt x="754164" y="568985"/>
                  </a:lnTo>
                  <a:lnTo>
                    <a:pt x="766381" y="613130"/>
                  </a:lnTo>
                  <a:lnTo>
                    <a:pt x="782866" y="655866"/>
                  </a:lnTo>
                  <a:lnTo>
                    <a:pt x="803452" y="696772"/>
                  </a:lnTo>
                  <a:lnTo>
                    <a:pt x="827963" y="735469"/>
                  </a:lnTo>
                  <a:lnTo>
                    <a:pt x="856145" y="771575"/>
                  </a:lnTo>
                  <a:lnTo>
                    <a:pt x="887730" y="804748"/>
                  </a:lnTo>
                  <a:lnTo>
                    <a:pt x="922401" y="834669"/>
                  </a:lnTo>
                  <a:lnTo>
                    <a:pt x="959853" y="861034"/>
                  </a:lnTo>
                  <a:lnTo>
                    <a:pt x="999705" y="883615"/>
                  </a:lnTo>
                  <a:lnTo>
                    <a:pt x="1041577" y="902182"/>
                  </a:lnTo>
                  <a:lnTo>
                    <a:pt x="1085075" y="916546"/>
                  </a:lnTo>
                  <a:lnTo>
                    <a:pt x="1129753" y="926579"/>
                  </a:lnTo>
                  <a:lnTo>
                    <a:pt x="1175219" y="932180"/>
                  </a:lnTo>
                  <a:lnTo>
                    <a:pt x="1209548" y="933450"/>
                  </a:lnTo>
                  <a:lnTo>
                    <a:pt x="1221003" y="933310"/>
                  </a:lnTo>
                  <a:lnTo>
                    <a:pt x="1266685" y="929944"/>
                  </a:lnTo>
                  <a:lnTo>
                    <a:pt x="1311808" y="922108"/>
                  </a:lnTo>
                  <a:lnTo>
                    <a:pt x="1355953" y="909891"/>
                  </a:lnTo>
                  <a:lnTo>
                    <a:pt x="1398689" y="893406"/>
                  </a:lnTo>
                  <a:lnTo>
                    <a:pt x="1439595" y="872820"/>
                  </a:lnTo>
                  <a:lnTo>
                    <a:pt x="1478292" y="848309"/>
                  </a:lnTo>
                  <a:lnTo>
                    <a:pt x="1514398" y="820127"/>
                  </a:lnTo>
                  <a:lnTo>
                    <a:pt x="1547571" y="788543"/>
                  </a:lnTo>
                  <a:lnTo>
                    <a:pt x="1577492" y="753859"/>
                  </a:lnTo>
                  <a:lnTo>
                    <a:pt x="1603870" y="716419"/>
                  </a:lnTo>
                  <a:lnTo>
                    <a:pt x="1626438" y="676567"/>
                  </a:lnTo>
                  <a:lnTo>
                    <a:pt x="1645005" y="634695"/>
                  </a:lnTo>
                  <a:lnTo>
                    <a:pt x="1659369" y="591197"/>
                  </a:lnTo>
                  <a:lnTo>
                    <a:pt x="1669402" y="546519"/>
                  </a:lnTo>
                  <a:lnTo>
                    <a:pt x="1675003" y="501053"/>
                  </a:lnTo>
                  <a:lnTo>
                    <a:pt x="1676273" y="466725"/>
                  </a:lnTo>
                  <a:close/>
                </a:path>
                <a:path extrusionOk="0" h="2781934" w="4829809">
                  <a:moveTo>
                    <a:pt x="2610269" y="2264841"/>
                  </a:moveTo>
                  <a:lnTo>
                    <a:pt x="2608021" y="2219096"/>
                  </a:lnTo>
                  <a:lnTo>
                    <a:pt x="2601303" y="2173782"/>
                  </a:lnTo>
                  <a:lnTo>
                    <a:pt x="2590165" y="2129358"/>
                  </a:lnTo>
                  <a:lnTo>
                    <a:pt x="2574734" y="2086229"/>
                  </a:lnTo>
                  <a:lnTo>
                    <a:pt x="2555151" y="2044827"/>
                  </a:lnTo>
                  <a:lnTo>
                    <a:pt x="2531605" y="2005545"/>
                  </a:lnTo>
                  <a:lnTo>
                    <a:pt x="2504325" y="1968754"/>
                  </a:lnTo>
                  <a:lnTo>
                    <a:pt x="2473566" y="1934819"/>
                  </a:lnTo>
                  <a:lnTo>
                    <a:pt x="2439632" y="1904060"/>
                  </a:lnTo>
                  <a:lnTo>
                    <a:pt x="2402840" y="1876767"/>
                  </a:lnTo>
                  <a:lnTo>
                    <a:pt x="2363559" y="1853222"/>
                  </a:lnTo>
                  <a:lnTo>
                    <a:pt x="2322144" y="1833638"/>
                  </a:lnTo>
                  <a:lnTo>
                    <a:pt x="2279027" y="1818208"/>
                  </a:lnTo>
                  <a:lnTo>
                    <a:pt x="2234590" y="1807083"/>
                  </a:lnTo>
                  <a:lnTo>
                    <a:pt x="2189289" y="1800364"/>
                  </a:lnTo>
                  <a:lnTo>
                    <a:pt x="2143544" y="1798116"/>
                  </a:lnTo>
                  <a:lnTo>
                    <a:pt x="2132088" y="1798256"/>
                  </a:lnTo>
                  <a:lnTo>
                    <a:pt x="2086406" y="1801622"/>
                  </a:lnTo>
                  <a:lnTo>
                    <a:pt x="2041283" y="1809457"/>
                  </a:lnTo>
                  <a:lnTo>
                    <a:pt x="1997138" y="1821675"/>
                  </a:lnTo>
                  <a:lnTo>
                    <a:pt x="1954403" y="1838159"/>
                  </a:lnTo>
                  <a:lnTo>
                    <a:pt x="1913496" y="1858746"/>
                  </a:lnTo>
                  <a:lnTo>
                    <a:pt x="1874799" y="1883257"/>
                  </a:lnTo>
                  <a:lnTo>
                    <a:pt x="1838680" y="1911438"/>
                  </a:lnTo>
                  <a:lnTo>
                    <a:pt x="1805520" y="1943023"/>
                  </a:lnTo>
                  <a:lnTo>
                    <a:pt x="1775599" y="1977694"/>
                  </a:lnTo>
                  <a:lnTo>
                    <a:pt x="1749221" y="2015147"/>
                  </a:lnTo>
                  <a:lnTo>
                    <a:pt x="1726653" y="2054999"/>
                  </a:lnTo>
                  <a:lnTo>
                    <a:pt x="1708086" y="2096871"/>
                  </a:lnTo>
                  <a:lnTo>
                    <a:pt x="1693722" y="2140369"/>
                  </a:lnTo>
                  <a:lnTo>
                    <a:pt x="1683689" y="2185047"/>
                  </a:lnTo>
                  <a:lnTo>
                    <a:pt x="1678076" y="2230513"/>
                  </a:lnTo>
                  <a:lnTo>
                    <a:pt x="1676819" y="2264841"/>
                  </a:lnTo>
                  <a:lnTo>
                    <a:pt x="1676958" y="2276297"/>
                  </a:lnTo>
                  <a:lnTo>
                    <a:pt x="1680324" y="2321979"/>
                  </a:lnTo>
                  <a:lnTo>
                    <a:pt x="1688160" y="2367102"/>
                  </a:lnTo>
                  <a:lnTo>
                    <a:pt x="1700377" y="2411247"/>
                  </a:lnTo>
                  <a:lnTo>
                    <a:pt x="1716862" y="2453983"/>
                  </a:lnTo>
                  <a:lnTo>
                    <a:pt x="1737448" y="2494889"/>
                  </a:lnTo>
                  <a:lnTo>
                    <a:pt x="1761959" y="2533586"/>
                  </a:lnTo>
                  <a:lnTo>
                    <a:pt x="1790141" y="2569692"/>
                  </a:lnTo>
                  <a:lnTo>
                    <a:pt x="1821713" y="2602865"/>
                  </a:lnTo>
                  <a:lnTo>
                    <a:pt x="1856397" y="2632786"/>
                  </a:lnTo>
                  <a:lnTo>
                    <a:pt x="1893849" y="2659164"/>
                  </a:lnTo>
                  <a:lnTo>
                    <a:pt x="1933702" y="2681732"/>
                  </a:lnTo>
                  <a:lnTo>
                    <a:pt x="1975573" y="2700299"/>
                  </a:lnTo>
                  <a:lnTo>
                    <a:pt x="2019058" y="2714663"/>
                  </a:lnTo>
                  <a:lnTo>
                    <a:pt x="2063750" y="2724696"/>
                  </a:lnTo>
                  <a:lnTo>
                    <a:pt x="2109216" y="2730296"/>
                  </a:lnTo>
                  <a:lnTo>
                    <a:pt x="2143544" y="2731566"/>
                  </a:lnTo>
                  <a:lnTo>
                    <a:pt x="2154999" y="2731427"/>
                  </a:lnTo>
                  <a:lnTo>
                    <a:pt x="2200681" y="2728061"/>
                  </a:lnTo>
                  <a:lnTo>
                    <a:pt x="2245804" y="2720225"/>
                  </a:lnTo>
                  <a:lnTo>
                    <a:pt x="2289949" y="2708008"/>
                  </a:lnTo>
                  <a:lnTo>
                    <a:pt x="2332685" y="2691523"/>
                  </a:lnTo>
                  <a:lnTo>
                    <a:pt x="2373592" y="2670937"/>
                  </a:lnTo>
                  <a:lnTo>
                    <a:pt x="2412288" y="2646426"/>
                  </a:lnTo>
                  <a:lnTo>
                    <a:pt x="2448395" y="2618244"/>
                  </a:lnTo>
                  <a:lnTo>
                    <a:pt x="2481567" y="2586659"/>
                  </a:lnTo>
                  <a:lnTo>
                    <a:pt x="2511488" y="2551988"/>
                  </a:lnTo>
                  <a:lnTo>
                    <a:pt x="2537853" y="2514536"/>
                  </a:lnTo>
                  <a:lnTo>
                    <a:pt x="2560434" y="2474684"/>
                  </a:lnTo>
                  <a:lnTo>
                    <a:pt x="2578989" y="2432812"/>
                  </a:lnTo>
                  <a:lnTo>
                    <a:pt x="2593365" y="2389314"/>
                  </a:lnTo>
                  <a:lnTo>
                    <a:pt x="2603398" y="2344636"/>
                  </a:lnTo>
                  <a:lnTo>
                    <a:pt x="2608999" y="2299170"/>
                  </a:lnTo>
                  <a:lnTo>
                    <a:pt x="2610269" y="2264841"/>
                  </a:lnTo>
                  <a:close/>
                </a:path>
                <a:path extrusionOk="0" h="2781934" w="4829809">
                  <a:moveTo>
                    <a:pt x="4829594" y="466725"/>
                  </a:moveTo>
                  <a:lnTo>
                    <a:pt x="4827346" y="420979"/>
                  </a:lnTo>
                  <a:lnTo>
                    <a:pt x="4820628" y="375666"/>
                  </a:lnTo>
                  <a:lnTo>
                    <a:pt x="4809490" y="331241"/>
                  </a:lnTo>
                  <a:lnTo>
                    <a:pt x="4794059" y="288112"/>
                  </a:lnTo>
                  <a:lnTo>
                    <a:pt x="4774476" y="246710"/>
                  </a:lnTo>
                  <a:lnTo>
                    <a:pt x="4750930" y="207429"/>
                  </a:lnTo>
                  <a:lnTo>
                    <a:pt x="4723650" y="170637"/>
                  </a:lnTo>
                  <a:lnTo>
                    <a:pt x="4692891" y="136702"/>
                  </a:lnTo>
                  <a:lnTo>
                    <a:pt x="4658957" y="105943"/>
                  </a:lnTo>
                  <a:lnTo>
                    <a:pt x="4622165" y="78651"/>
                  </a:lnTo>
                  <a:lnTo>
                    <a:pt x="4582884" y="55105"/>
                  </a:lnTo>
                  <a:lnTo>
                    <a:pt x="4541469" y="35521"/>
                  </a:lnTo>
                  <a:lnTo>
                    <a:pt x="4498352" y="20091"/>
                  </a:lnTo>
                  <a:lnTo>
                    <a:pt x="4453915" y="8966"/>
                  </a:lnTo>
                  <a:lnTo>
                    <a:pt x="4408614" y="2247"/>
                  </a:lnTo>
                  <a:lnTo>
                    <a:pt x="4362869" y="0"/>
                  </a:lnTo>
                  <a:lnTo>
                    <a:pt x="4351413" y="139"/>
                  </a:lnTo>
                  <a:lnTo>
                    <a:pt x="4305732" y="3505"/>
                  </a:lnTo>
                  <a:lnTo>
                    <a:pt x="4260608" y="11341"/>
                  </a:lnTo>
                  <a:lnTo>
                    <a:pt x="4216463" y="23558"/>
                  </a:lnTo>
                  <a:lnTo>
                    <a:pt x="4173728" y="40043"/>
                  </a:lnTo>
                  <a:lnTo>
                    <a:pt x="4132821" y="60629"/>
                  </a:lnTo>
                  <a:lnTo>
                    <a:pt x="4094124" y="85140"/>
                  </a:lnTo>
                  <a:lnTo>
                    <a:pt x="4058005" y="113322"/>
                  </a:lnTo>
                  <a:lnTo>
                    <a:pt x="4024846" y="144907"/>
                  </a:lnTo>
                  <a:lnTo>
                    <a:pt x="3994924" y="179578"/>
                  </a:lnTo>
                  <a:lnTo>
                    <a:pt x="3968546" y="217030"/>
                  </a:lnTo>
                  <a:lnTo>
                    <a:pt x="3945979" y="256882"/>
                  </a:lnTo>
                  <a:lnTo>
                    <a:pt x="3927411" y="298754"/>
                  </a:lnTo>
                  <a:lnTo>
                    <a:pt x="3913047" y="342252"/>
                  </a:lnTo>
                  <a:lnTo>
                    <a:pt x="3903014" y="386930"/>
                  </a:lnTo>
                  <a:lnTo>
                    <a:pt x="3897401" y="432396"/>
                  </a:lnTo>
                  <a:lnTo>
                    <a:pt x="3896144" y="466725"/>
                  </a:lnTo>
                  <a:lnTo>
                    <a:pt x="3896283" y="478180"/>
                  </a:lnTo>
                  <a:lnTo>
                    <a:pt x="3899649" y="523862"/>
                  </a:lnTo>
                  <a:lnTo>
                    <a:pt x="3907485" y="568985"/>
                  </a:lnTo>
                  <a:lnTo>
                    <a:pt x="3919702" y="613130"/>
                  </a:lnTo>
                  <a:lnTo>
                    <a:pt x="3936187" y="655866"/>
                  </a:lnTo>
                  <a:lnTo>
                    <a:pt x="3956774" y="696772"/>
                  </a:lnTo>
                  <a:lnTo>
                    <a:pt x="3981285" y="735469"/>
                  </a:lnTo>
                  <a:lnTo>
                    <a:pt x="4009466" y="771575"/>
                  </a:lnTo>
                  <a:lnTo>
                    <a:pt x="4041038" y="804748"/>
                  </a:lnTo>
                  <a:lnTo>
                    <a:pt x="4075722" y="834669"/>
                  </a:lnTo>
                  <a:lnTo>
                    <a:pt x="4113174" y="861034"/>
                  </a:lnTo>
                  <a:lnTo>
                    <a:pt x="4153027" y="883615"/>
                  </a:lnTo>
                  <a:lnTo>
                    <a:pt x="4194899" y="902182"/>
                  </a:lnTo>
                  <a:lnTo>
                    <a:pt x="4238383" y="916546"/>
                  </a:lnTo>
                  <a:lnTo>
                    <a:pt x="4283075" y="926579"/>
                  </a:lnTo>
                  <a:lnTo>
                    <a:pt x="4328541" y="932180"/>
                  </a:lnTo>
                  <a:lnTo>
                    <a:pt x="4362869" y="933450"/>
                  </a:lnTo>
                  <a:lnTo>
                    <a:pt x="4374324" y="933310"/>
                  </a:lnTo>
                  <a:lnTo>
                    <a:pt x="4420006" y="929944"/>
                  </a:lnTo>
                  <a:lnTo>
                    <a:pt x="4465129" y="922108"/>
                  </a:lnTo>
                  <a:lnTo>
                    <a:pt x="4509274" y="909891"/>
                  </a:lnTo>
                  <a:lnTo>
                    <a:pt x="4552010" y="893406"/>
                  </a:lnTo>
                  <a:lnTo>
                    <a:pt x="4592917" y="872820"/>
                  </a:lnTo>
                  <a:lnTo>
                    <a:pt x="4631614" y="848309"/>
                  </a:lnTo>
                  <a:lnTo>
                    <a:pt x="4667720" y="820127"/>
                  </a:lnTo>
                  <a:lnTo>
                    <a:pt x="4700892" y="788543"/>
                  </a:lnTo>
                  <a:lnTo>
                    <a:pt x="4730813" y="753859"/>
                  </a:lnTo>
                  <a:lnTo>
                    <a:pt x="4757178" y="716419"/>
                  </a:lnTo>
                  <a:lnTo>
                    <a:pt x="4779759" y="676567"/>
                  </a:lnTo>
                  <a:lnTo>
                    <a:pt x="4798314" y="634695"/>
                  </a:lnTo>
                  <a:lnTo>
                    <a:pt x="4812690" y="591197"/>
                  </a:lnTo>
                  <a:lnTo>
                    <a:pt x="4822723" y="546519"/>
                  </a:lnTo>
                  <a:lnTo>
                    <a:pt x="4828324" y="501053"/>
                  </a:lnTo>
                  <a:lnTo>
                    <a:pt x="4829594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16748789" y="912026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10443575" y="912026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7675658" y="520252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10867865" y="6336752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14097963" y="6373711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17259299" y="8205868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13286497" y="8203392"/>
              <a:ext cx="744855" cy="916940"/>
            </a:xfrm>
            <a:custGeom>
              <a:rect b="b" l="l" r="r" t="t"/>
              <a:pathLst>
                <a:path extrusionOk="0" h="916940" w="744855">
                  <a:moveTo>
                    <a:pt x="0" y="916826"/>
                  </a:moveTo>
                  <a:lnTo>
                    <a:pt x="744793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14073089" y="8189125"/>
              <a:ext cx="937260" cy="867410"/>
            </a:xfrm>
            <a:custGeom>
              <a:rect b="b" l="l" r="r" t="t"/>
              <a:pathLst>
                <a:path extrusionOk="0" h="867409" w="937259">
                  <a:moveTo>
                    <a:pt x="936943" y="866854"/>
                  </a:moveTo>
                  <a:lnTo>
                    <a:pt x="0" y="0"/>
                  </a:lnTo>
                </a:path>
              </a:pathLst>
            </a:custGeom>
            <a:noFill/>
            <a:ln cap="flat" cmpd="sng" w="381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0892233" y="8205868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9"/>
          <p:cNvSpPr txBox="1"/>
          <p:nvPr/>
        </p:nvSpPr>
        <p:spPr>
          <a:xfrm>
            <a:off x="1416049" y="3340040"/>
            <a:ext cx="537400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 between Directories (Folders)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13032554" y="-52289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13125690" y="6608336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7" name="Google Shape;277;p9"/>
          <p:cNvGrpSpPr/>
          <p:nvPr/>
        </p:nvGrpSpPr>
        <p:grpSpPr>
          <a:xfrm>
            <a:off x="14058858" y="6354190"/>
            <a:ext cx="13388" cy="917913"/>
            <a:chOff x="14058858" y="6354190"/>
            <a:chExt cx="13388" cy="917913"/>
          </a:xfrm>
        </p:grpSpPr>
        <p:sp>
          <p:nvSpPr>
            <p:cNvPr id="278" name="Google Shape;278;p9"/>
            <p:cNvSpPr/>
            <p:nvPr/>
          </p:nvSpPr>
          <p:spPr>
            <a:xfrm>
              <a:off x="14058858" y="6354190"/>
              <a:ext cx="3810" cy="267335"/>
            </a:xfrm>
            <a:custGeom>
              <a:rect b="b" l="l" r="r" t="t"/>
              <a:pathLst>
                <a:path extrusionOk="0" h="267334" w="3809">
                  <a:moveTo>
                    <a:pt x="0" y="266791"/>
                  </a:moveTo>
                  <a:lnTo>
                    <a:pt x="3578" y="0"/>
                  </a:lnTo>
                </a:path>
              </a:pathLst>
            </a:custGeom>
            <a:noFill/>
            <a:ln cap="flat" cmpd="sng" w="38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14068436" y="7004768"/>
              <a:ext cx="3810" cy="267335"/>
            </a:xfrm>
            <a:custGeom>
              <a:rect b="b" l="l" r="r" t="t"/>
              <a:pathLst>
                <a:path extrusionOk="0" h="267334" w="3809">
                  <a:moveTo>
                    <a:pt x="0" y="266791"/>
                  </a:moveTo>
                  <a:lnTo>
                    <a:pt x="3578" y="0"/>
                  </a:lnTo>
                </a:path>
              </a:pathLst>
            </a:custGeom>
            <a:noFill/>
            <a:ln cap="flat" cmpd="sng" w="38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0" name="Google Shape;28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577525"/>
            <a:ext cx="8504550" cy="170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 txBox="1"/>
          <p:nvPr/>
        </p:nvSpPr>
        <p:spPr>
          <a:xfrm>
            <a:off x="1932400" y="9040800"/>
            <a:ext cx="3438900" cy="8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6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cd Folder1 Optional: cd ~ or cd /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1015999" y="5236114"/>
            <a:ext cx="5824200" cy="27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specify the directory: List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whole path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just the folder name (this can be only done if you are one above the folder)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/>
          <p:nvPr>
            <p:ph type="title"/>
          </p:nvPr>
        </p:nvSpPr>
        <p:spPr>
          <a:xfrm>
            <a:off x="1416050" y="1551100"/>
            <a:ext cx="39873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MKDIR</a:t>
            </a:r>
            <a:endParaRPr/>
          </a:p>
        </p:txBody>
      </p:sp>
      <p:grpSp>
        <p:nvGrpSpPr>
          <p:cNvPr id="288" name="Google Shape;288;p10"/>
          <p:cNvGrpSpPr/>
          <p:nvPr/>
        </p:nvGrpSpPr>
        <p:grpSpPr>
          <a:xfrm>
            <a:off x="7675658" y="2"/>
            <a:ext cx="10612340" cy="10286999"/>
            <a:chOff x="7675658" y="2"/>
            <a:chExt cx="10612340" cy="10286999"/>
          </a:xfrm>
        </p:grpSpPr>
        <p:pic>
          <p:nvPicPr>
            <p:cNvPr id="289" name="Google Shape;28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05323" y="2"/>
              <a:ext cx="10482675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10"/>
            <p:cNvSpPr/>
            <p:nvPr/>
          </p:nvSpPr>
          <p:spPr>
            <a:xfrm>
              <a:off x="13510258" y="109888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10425227" y="1171079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03"/>
                  </a:moveTo>
                  <a:lnTo>
                    <a:pt x="931202" y="2270658"/>
                  </a:lnTo>
                  <a:lnTo>
                    <a:pt x="924483" y="2225344"/>
                  </a:lnTo>
                  <a:lnTo>
                    <a:pt x="913358" y="2180920"/>
                  </a:lnTo>
                  <a:lnTo>
                    <a:pt x="897928" y="2137791"/>
                  </a:lnTo>
                  <a:lnTo>
                    <a:pt x="878344" y="2096389"/>
                  </a:lnTo>
                  <a:lnTo>
                    <a:pt x="854798" y="2057107"/>
                  </a:lnTo>
                  <a:lnTo>
                    <a:pt x="827506" y="2020316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42"/>
                  </a:lnTo>
                  <a:lnTo>
                    <a:pt x="686739" y="1904784"/>
                  </a:lnTo>
                  <a:lnTo>
                    <a:pt x="645337" y="1885200"/>
                  </a:lnTo>
                  <a:lnTo>
                    <a:pt x="602208" y="1869770"/>
                  </a:lnTo>
                  <a:lnTo>
                    <a:pt x="557784" y="1858645"/>
                  </a:lnTo>
                  <a:lnTo>
                    <a:pt x="512470" y="1851926"/>
                  </a:lnTo>
                  <a:lnTo>
                    <a:pt x="466725" y="1849678"/>
                  </a:lnTo>
                  <a:lnTo>
                    <a:pt x="455269" y="1849818"/>
                  </a:lnTo>
                  <a:lnTo>
                    <a:pt x="409587" y="1853184"/>
                  </a:lnTo>
                  <a:lnTo>
                    <a:pt x="364464" y="1861019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77" y="1910308"/>
                  </a:lnTo>
                  <a:lnTo>
                    <a:pt x="197980" y="1934819"/>
                  </a:lnTo>
                  <a:lnTo>
                    <a:pt x="161874" y="1963000"/>
                  </a:lnTo>
                  <a:lnTo>
                    <a:pt x="128701" y="1994585"/>
                  </a:lnTo>
                  <a:lnTo>
                    <a:pt x="98780" y="2029256"/>
                  </a:lnTo>
                  <a:lnTo>
                    <a:pt x="72415" y="2066709"/>
                  </a:lnTo>
                  <a:lnTo>
                    <a:pt x="49834" y="2106561"/>
                  </a:lnTo>
                  <a:lnTo>
                    <a:pt x="31280" y="2148433"/>
                  </a:lnTo>
                  <a:lnTo>
                    <a:pt x="16903" y="2191931"/>
                  </a:lnTo>
                  <a:lnTo>
                    <a:pt x="6870" y="2236609"/>
                  </a:lnTo>
                  <a:lnTo>
                    <a:pt x="1270" y="2282075"/>
                  </a:lnTo>
                  <a:lnTo>
                    <a:pt x="0" y="2316403"/>
                  </a:lnTo>
                  <a:lnTo>
                    <a:pt x="139" y="2327859"/>
                  </a:lnTo>
                  <a:lnTo>
                    <a:pt x="3517" y="2373541"/>
                  </a:lnTo>
                  <a:lnTo>
                    <a:pt x="11341" y="2418664"/>
                  </a:lnTo>
                  <a:lnTo>
                    <a:pt x="23558" y="2462809"/>
                  </a:lnTo>
                  <a:lnTo>
                    <a:pt x="40043" y="2505545"/>
                  </a:lnTo>
                  <a:lnTo>
                    <a:pt x="60642" y="2546451"/>
                  </a:lnTo>
                  <a:lnTo>
                    <a:pt x="85140" y="2585148"/>
                  </a:lnTo>
                  <a:lnTo>
                    <a:pt x="113322" y="2621254"/>
                  </a:lnTo>
                  <a:lnTo>
                    <a:pt x="144907" y="2654427"/>
                  </a:lnTo>
                  <a:lnTo>
                    <a:pt x="179590" y="2684348"/>
                  </a:lnTo>
                  <a:lnTo>
                    <a:pt x="217030" y="2710726"/>
                  </a:lnTo>
                  <a:lnTo>
                    <a:pt x="256882" y="2733294"/>
                  </a:lnTo>
                  <a:lnTo>
                    <a:pt x="298754" y="2751861"/>
                  </a:lnTo>
                  <a:lnTo>
                    <a:pt x="342252" y="2766225"/>
                  </a:lnTo>
                  <a:lnTo>
                    <a:pt x="386943" y="2776258"/>
                  </a:lnTo>
                  <a:lnTo>
                    <a:pt x="432396" y="2781858"/>
                  </a:lnTo>
                  <a:lnTo>
                    <a:pt x="466725" y="2783128"/>
                  </a:lnTo>
                  <a:lnTo>
                    <a:pt x="478180" y="2782989"/>
                  </a:lnTo>
                  <a:lnTo>
                    <a:pt x="523862" y="2779623"/>
                  </a:lnTo>
                  <a:lnTo>
                    <a:pt x="568985" y="2771787"/>
                  </a:lnTo>
                  <a:lnTo>
                    <a:pt x="613130" y="2759570"/>
                  </a:lnTo>
                  <a:lnTo>
                    <a:pt x="655866" y="2743085"/>
                  </a:lnTo>
                  <a:lnTo>
                    <a:pt x="696785" y="2722499"/>
                  </a:lnTo>
                  <a:lnTo>
                    <a:pt x="735469" y="2697988"/>
                  </a:lnTo>
                  <a:lnTo>
                    <a:pt x="771588" y="2669806"/>
                  </a:lnTo>
                  <a:lnTo>
                    <a:pt x="804760" y="2638221"/>
                  </a:lnTo>
                  <a:lnTo>
                    <a:pt x="834669" y="2603550"/>
                  </a:lnTo>
                  <a:lnTo>
                    <a:pt x="861047" y="2566098"/>
                  </a:lnTo>
                  <a:lnTo>
                    <a:pt x="883615" y="2526246"/>
                  </a:lnTo>
                  <a:lnTo>
                    <a:pt x="902182" y="2484374"/>
                  </a:lnTo>
                  <a:lnTo>
                    <a:pt x="916546" y="2440876"/>
                  </a:lnTo>
                  <a:lnTo>
                    <a:pt x="926579" y="2396198"/>
                  </a:lnTo>
                  <a:lnTo>
                    <a:pt x="932192" y="2350732"/>
                  </a:lnTo>
                  <a:lnTo>
                    <a:pt x="933450" y="2316403"/>
                  </a:lnTo>
                  <a:close/>
                </a:path>
                <a:path extrusionOk="0" h="2783204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66"/>
                  </a:lnTo>
                  <a:lnTo>
                    <a:pt x="4065257" y="331241"/>
                  </a:lnTo>
                  <a:lnTo>
                    <a:pt x="4049826" y="288112"/>
                  </a:lnTo>
                  <a:lnTo>
                    <a:pt x="4030243" y="246710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51"/>
                  </a:lnTo>
                  <a:lnTo>
                    <a:pt x="3838638" y="55105"/>
                  </a:lnTo>
                  <a:lnTo>
                    <a:pt x="3797236" y="35521"/>
                  </a:lnTo>
                  <a:lnTo>
                    <a:pt x="3754107" y="20091"/>
                  </a:lnTo>
                  <a:lnTo>
                    <a:pt x="3709682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05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29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894"/>
                  </a:lnTo>
                  <a:lnTo>
                    <a:pt x="3250679" y="179578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39"/>
                  </a:lnTo>
                  <a:lnTo>
                    <a:pt x="3158769" y="386930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39" y="568985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72"/>
                  </a:lnTo>
                  <a:lnTo>
                    <a:pt x="3237039" y="735469"/>
                  </a:lnTo>
                  <a:lnTo>
                    <a:pt x="3265220" y="771575"/>
                  </a:lnTo>
                  <a:lnTo>
                    <a:pt x="3296805" y="804748"/>
                  </a:lnTo>
                  <a:lnTo>
                    <a:pt x="3331476" y="834669"/>
                  </a:lnTo>
                  <a:lnTo>
                    <a:pt x="3368929" y="861034"/>
                  </a:lnTo>
                  <a:lnTo>
                    <a:pt x="3408781" y="883615"/>
                  </a:lnTo>
                  <a:lnTo>
                    <a:pt x="3450653" y="902169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80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07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43"/>
                  </a:lnTo>
                  <a:lnTo>
                    <a:pt x="3986568" y="753859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197"/>
                  </a:lnTo>
                  <a:lnTo>
                    <a:pt x="4078478" y="546506"/>
                  </a:lnTo>
                  <a:lnTo>
                    <a:pt x="4084078" y="501053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10892231" y="2103926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13510258" y="6055536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10429837" y="6127724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45" y="2180933"/>
                  </a:lnTo>
                  <a:lnTo>
                    <a:pt x="897915" y="2137803"/>
                  </a:lnTo>
                  <a:lnTo>
                    <a:pt x="878332" y="2096401"/>
                  </a:lnTo>
                  <a:lnTo>
                    <a:pt x="854786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25" y="1885213"/>
                  </a:lnTo>
                  <a:lnTo>
                    <a:pt x="602208" y="1869782"/>
                  </a:lnTo>
                  <a:lnTo>
                    <a:pt x="557771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51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64" y="1910321"/>
                  </a:lnTo>
                  <a:lnTo>
                    <a:pt x="197980" y="1934832"/>
                  </a:lnTo>
                  <a:lnTo>
                    <a:pt x="161861" y="1963013"/>
                  </a:lnTo>
                  <a:lnTo>
                    <a:pt x="128689" y="1994585"/>
                  </a:lnTo>
                  <a:lnTo>
                    <a:pt x="98780" y="2029269"/>
                  </a:lnTo>
                  <a:lnTo>
                    <a:pt x="72402" y="2066721"/>
                  </a:lnTo>
                  <a:lnTo>
                    <a:pt x="49834" y="2106574"/>
                  </a:lnTo>
                  <a:lnTo>
                    <a:pt x="31267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57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05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29" y="2546464"/>
                  </a:lnTo>
                  <a:lnTo>
                    <a:pt x="85140" y="2585161"/>
                  </a:lnTo>
                  <a:lnTo>
                    <a:pt x="113309" y="2621267"/>
                  </a:lnTo>
                  <a:lnTo>
                    <a:pt x="144894" y="2654439"/>
                  </a:lnTo>
                  <a:lnTo>
                    <a:pt x="179578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39" y="2766237"/>
                  </a:lnTo>
                  <a:lnTo>
                    <a:pt x="386930" y="2776270"/>
                  </a:lnTo>
                  <a:lnTo>
                    <a:pt x="432384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499"/>
                  </a:lnTo>
                  <a:lnTo>
                    <a:pt x="735469" y="2698000"/>
                  </a:lnTo>
                  <a:lnTo>
                    <a:pt x="771575" y="2669819"/>
                  </a:lnTo>
                  <a:lnTo>
                    <a:pt x="804748" y="2638234"/>
                  </a:lnTo>
                  <a:lnTo>
                    <a:pt x="834669" y="2603550"/>
                  </a:lnTo>
                  <a:lnTo>
                    <a:pt x="861034" y="2566111"/>
                  </a:lnTo>
                  <a:lnTo>
                    <a:pt x="883615" y="2526258"/>
                  </a:lnTo>
                  <a:lnTo>
                    <a:pt x="902169" y="2484386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80" y="2350744"/>
                  </a:lnTo>
                  <a:lnTo>
                    <a:pt x="933450" y="2316416"/>
                  </a:lnTo>
                  <a:close/>
                </a:path>
                <a:path extrusionOk="0" h="2783204" w="4085590">
                  <a:moveTo>
                    <a:pt x="4085336" y="466725"/>
                  </a:moveTo>
                  <a:lnTo>
                    <a:pt x="4083100" y="420979"/>
                  </a:lnTo>
                  <a:lnTo>
                    <a:pt x="4076369" y="375678"/>
                  </a:lnTo>
                  <a:lnTo>
                    <a:pt x="4065244" y="331241"/>
                  </a:lnTo>
                  <a:lnTo>
                    <a:pt x="4049814" y="288124"/>
                  </a:lnTo>
                  <a:lnTo>
                    <a:pt x="4030230" y="246710"/>
                  </a:lnTo>
                  <a:lnTo>
                    <a:pt x="4006685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698" y="105943"/>
                  </a:lnTo>
                  <a:lnTo>
                    <a:pt x="3877919" y="78663"/>
                  </a:lnTo>
                  <a:lnTo>
                    <a:pt x="3838625" y="55118"/>
                  </a:lnTo>
                  <a:lnTo>
                    <a:pt x="3797223" y="35534"/>
                  </a:lnTo>
                  <a:lnTo>
                    <a:pt x="3754094" y="20104"/>
                  </a:lnTo>
                  <a:lnTo>
                    <a:pt x="3709670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55" y="139"/>
                  </a:lnTo>
                  <a:lnTo>
                    <a:pt x="3561486" y="3517"/>
                  </a:lnTo>
                  <a:lnTo>
                    <a:pt x="3516350" y="11341"/>
                  </a:lnTo>
                  <a:lnTo>
                    <a:pt x="3472205" y="23558"/>
                  </a:lnTo>
                  <a:lnTo>
                    <a:pt x="3429482" y="40043"/>
                  </a:lnTo>
                  <a:lnTo>
                    <a:pt x="3388563" y="60642"/>
                  </a:lnTo>
                  <a:lnTo>
                    <a:pt x="3349866" y="85140"/>
                  </a:lnTo>
                  <a:lnTo>
                    <a:pt x="3313760" y="113322"/>
                  </a:lnTo>
                  <a:lnTo>
                    <a:pt x="3280587" y="144907"/>
                  </a:lnTo>
                  <a:lnTo>
                    <a:pt x="3250679" y="179590"/>
                  </a:lnTo>
                  <a:lnTo>
                    <a:pt x="3224301" y="217030"/>
                  </a:lnTo>
                  <a:lnTo>
                    <a:pt x="3201720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56" y="386943"/>
                  </a:lnTo>
                  <a:lnTo>
                    <a:pt x="3153156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27" y="568985"/>
                  </a:lnTo>
                  <a:lnTo>
                    <a:pt x="3175444" y="613130"/>
                  </a:lnTo>
                  <a:lnTo>
                    <a:pt x="3191929" y="655866"/>
                  </a:lnTo>
                  <a:lnTo>
                    <a:pt x="3212528" y="696772"/>
                  </a:lnTo>
                  <a:lnTo>
                    <a:pt x="3237026" y="735469"/>
                  </a:lnTo>
                  <a:lnTo>
                    <a:pt x="3265208" y="771588"/>
                  </a:lnTo>
                  <a:lnTo>
                    <a:pt x="3296793" y="804748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15"/>
                  </a:lnTo>
                  <a:lnTo>
                    <a:pt x="3450653" y="902182"/>
                  </a:lnTo>
                  <a:lnTo>
                    <a:pt x="3494138" y="916546"/>
                  </a:lnTo>
                  <a:lnTo>
                    <a:pt x="3538829" y="926579"/>
                  </a:lnTo>
                  <a:lnTo>
                    <a:pt x="3584283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48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52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55"/>
                  </a:lnTo>
                  <a:lnTo>
                    <a:pt x="3986555" y="753872"/>
                  </a:lnTo>
                  <a:lnTo>
                    <a:pt x="4012933" y="716419"/>
                  </a:lnTo>
                  <a:lnTo>
                    <a:pt x="4035514" y="676567"/>
                  </a:lnTo>
                  <a:lnTo>
                    <a:pt x="4054068" y="634695"/>
                  </a:lnTo>
                  <a:lnTo>
                    <a:pt x="4068432" y="591210"/>
                  </a:lnTo>
                  <a:lnTo>
                    <a:pt x="4078478" y="546519"/>
                  </a:lnTo>
                  <a:lnTo>
                    <a:pt x="4084078" y="501053"/>
                  </a:lnTo>
                  <a:lnTo>
                    <a:pt x="4085336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13510258" y="7905216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66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13581735" y="797740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16668177" y="7905216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66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16735055" y="797740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7675658" y="520252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p10"/>
          <p:cNvSpPr txBox="1"/>
          <p:nvPr/>
        </p:nvSpPr>
        <p:spPr>
          <a:xfrm>
            <a:off x="1416049" y="3340044"/>
            <a:ext cx="41814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one or more Directories (Folders)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3032554" y="804239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02" name="Google Shape;302;p10"/>
          <p:cNvGrpSpPr/>
          <p:nvPr/>
        </p:nvGrpSpPr>
        <p:grpSpPr>
          <a:xfrm>
            <a:off x="0" y="6260212"/>
            <a:ext cx="17201978" cy="4026787"/>
            <a:chOff x="0" y="6260212"/>
            <a:chExt cx="17201978" cy="4026787"/>
          </a:xfrm>
        </p:grpSpPr>
        <p:sp>
          <p:nvSpPr>
            <p:cNvPr id="303" name="Google Shape;303;p10"/>
            <p:cNvSpPr/>
            <p:nvPr/>
          </p:nvSpPr>
          <p:spPr>
            <a:xfrm>
              <a:off x="14047604" y="6260212"/>
              <a:ext cx="1270" cy="800735"/>
            </a:xfrm>
            <a:custGeom>
              <a:rect b="b" l="l" r="r" t="t"/>
              <a:pathLst>
                <a:path extrusionOk="0" h="800734" w="1269">
                  <a:moveTo>
                    <a:pt x="0" y="0"/>
                  </a:moveTo>
                  <a:lnTo>
                    <a:pt x="1063" y="800225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14057187" y="6643881"/>
              <a:ext cx="3810" cy="267335"/>
            </a:xfrm>
            <a:custGeom>
              <a:rect b="b" l="l" r="r" t="t"/>
              <a:pathLst>
                <a:path extrusionOk="0" h="267334" w="3809">
                  <a:moveTo>
                    <a:pt x="0" y="266791"/>
                  </a:moveTo>
                  <a:lnTo>
                    <a:pt x="3578" y="0"/>
                  </a:lnTo>
                </a:path>
              </a:pathLst>
            </a:custGeom>
            <a:noFill/>
            <a:ln cap="flat" cmpd="sng" w="38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" name="Google Shape;3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7608346"/>
              <a:ext cx="8197282" cy="26786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10"/>
            <p:cNvSpPr/>
            <p:nvPr/>
          </p:nvSpPr>
          <p:spPr>
            <a:xfrm>
              <a:off x="10922632" y="7042290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14048682" y="7062857"/>
              <a:ext cx="0" cy="915035"/>
            </a:xfrm>
            <a:custGeom>
              <a:rect b="b" l="l" r="r" t="t"/>
              <a:pathLst>
                <a:path extrusionOk="0" h="915034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14046028" y="7060949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9" name="Google Shape;309;p10"/>
          <p:cNvSpPr txBox="1"/>
          <p:nvPr/>
        </p:nvSpPr>
        <p:spPr>
          <a:xfrm>
            <a:off x="13032554" y="5694467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13710938" y="9098728"/>
            <a:ext cx="696595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New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16853966" y="9098728"/>
            <a:ext cx="696595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New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1058590" y="8477887"/>
            <a:ext cx="42570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mkdir Folder1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mkdir Folder1 Folder2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TOUCH</a:t>
            </a:r>
            <a:endParaRPr/>
          </a:p>
        </p:txBody>
      </p:sp>
      <p:grpSp>
        <p:nvGrpSpPr>
          <p:cNvPr id="318" name="Google Shape;318;p11"/>
          <p:cNvGrpSpPr/>
          <p:nvPr/>
        </p:nvGrpSpPr>
        <p:grpSpPr>
          <a:xfrm>
            <a:off x="7675658" y="-1"/>
            <a:ext cx="10612340" cy="10286999"/>
            <a:chOff x="7675658" y="-1"/>
            <a:chExt cx="10612340" cy="10286999"/>
          </a:xfrm>
        </p:grpSpPr>
        <p:pic>
          <p:nvPicPr>
            <p:cNvPr id="319" name="Google Shape;31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05323" y="-1"/>
              <a:ext cx="10482675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0" name="Google Shape;320;p11"/>
            <p:cNvSpPr/>
            <p:nvPr/>
          </p:nvSpPr>
          <p:spPr>
            <a:xfrm>
              <a:off x="13510258" y="1098877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10425227" y="1171066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85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85" y="2722499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2783204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78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67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93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27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904"/>
                  </a:lnTo>
                  <a:lnTo>
                    <a:pt x="3807764" y="893419"/>
                  </a:lnTo>
                  <a:lnTo>
                    <a:pt x="3848671" y="872820"/>
                  </a:lnTo>
                  <a:lnTo>
                    <a:pt x="3887368" y="848321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892231" y="2103923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10258" y="605553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0429837" y="6127724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16"/>
                  </a:moveTo>
                  <a:lnTo>
                    <a:pt x="931202" y="2270658"/>
                  </a:lnTo>
                  <a:lnTo>
                    <a:pt x="924483" y="2225357"/>
                  </a:lnTo>
                  <a:lnTo>
                    <a:pt x="913345" y="2180933"/>
                  </a:lnTo>
                  <a:lnTo>
                    <a:pt x="897915" y="2137803"/>
                  </a:lnTo>
                  <a:lnTo>
                    <a:pt x="878332" y="2096401"/>
                  </a:lnTo>
                  <a:lnTo>
                    <a:pt x="854786" y="2057107"/>
                  </a:lnTo>
                  <a:lnTo>
                    <a:pt x="827506" y="2020328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25" y="1885213"/>
                  </a:lnTo>
                  <a:lnTo>
                    <a:pt x="602208" y="1869782"/>
                  </a:lnTo>
                  <a:lnTo>
                    <a:pt x="557771" y="1858657"/>
                  </a:lnTo>
                  <a:lnTo>
                    <a:pt x="512470" y="1851926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51" y="1861032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64" y="1910321"/>
                  </a:lnTo>
                  <a:lnTo>
                    <a:pt x="197980" y="1934819"/>
                  </a:lnTo>
                  <a:lnTo>
                    <a:pt x="161861" y="1963000"/>
                  </a:lnTo>
                  <a:lnTo>
                    <a:pt x="128689" y="1994585"/>
                  </a:lnTo>
                  <a:lnTo>
                    <a:pt x="98780" y="2029269"/>
                  </a:lnTo>
                  <a:lnTo>
                    <a:pt x="72402" y="2066721"/>
                  </a:lnTo>
                  <a:lnTo>
                    <a:pt x="49834" y="2106574"/>
                  </a:lnTo>
                  <a:lnTo>
                    <a:pt x="31267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57" y="2282075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05" y="2373541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45"/>
                  </a:lnTo>
                  <a:lnTo>
                    <a:pt x="60629" y="2546464"/>
                  </a:lnTo>
                  <a:lnTo>
                    <a:pt x="85140" y="2585161"/>
                  </a:lnTo>
                  <a:lnTo>
                    <a:pt x="113309" y="2621267"/>
                  </a:lnTo>
                  <a:lnTo>
                    <a:pt x="144894" y="2654439"/>
                  </a:lnTo>
                  <a:lnTo>
                    <a:pt x="179578" y="2684348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39" y="2766225"/>
                  </a:lnTo>
                  <a:lnTo>
                    <a:pt x="386930" y="2776270"/>
                  </a:lnTo>
                  <a:lnTo>
                    <a:pt x="432384" y="2781871"/>
                  </a:lnTo>
                  <a:lnTo>
                    <a:pt x="466725" y="2783141"/>
                  </a:lnTo>
                  <a:lnTo>
                    <a:pt x="478180" y="2782989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499"/>
                  </a:lnTo>
                  <a:lnTo>
                    <a:pt x="735469" y="2698000"/>
                  </a:lnTo>
                  <a:lnTo>
                    <a:pt x="771575" y="2669819"/>
                  </a:lnTo>
                  <a:lnTo>
                    <a:pt x="804748" y="2638234"/>
                  </a:lnTo>
                  <a:lnTo>
                    <a:pt x="834669" y="2603550"/>
                  </a:lnTo>
                  <a:lnTo>
                    <a:pt x="861034" y="2566098"/>
                  </a:lnTo>
                  <a:lnTo>
                    <a:pt x="883615" y="2526258"/>
                  </a:lnTo>
                  <a:lnTo>
                    <a:pt x="902169" y="2484374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80" y="2350744"/>
                  </a:lnTo>
                  <a:lnTo>
                    <a:pt x="933450" y="2316416"/>
                  </a:lnTo>
                  <a:close/>
                </a:path>
                <a:path extrusionOk="0" h="2783204" w="4085590">
                  <a:moveTo>
                    <a:pt x="4085336" y="466725"/>
                  </a:moveTo>
                  <a:lnTo>
                    <a:pt x="4083100" y="420979"/>
                  </a:lnTo>
                  <a:lnTo>
                    <a:pt x="4076369" y="375678"/>
                  </a:lnTo>
                  <a:lnTo>
                    <a:pt x="4065244" y="331241"/>
                  </a:lnTo>
                  <a:lnTo>
                    <a:pt x="4049814" y="288124"/>
                  </a:lnTo>
                  <a:lnTo>
                    <a:pt x="4030230" y="246710"/>
                  </a:lnTo>
                  <a:lnTo>
                    <a:pt x="4006685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698" y="105943"/>
                  </a:lnTo>
                  <a:lnTo>
                    <a:pt x="3877919" y="78663"/>
                  </a:lnTo>
                  <a:lnTo>
                    <a:pt x="3838625" y="55118"/>
                  </a:lnTo>
                  <a:lnTo>
                    <a:pt x="3797223" y="35534"/>
                  </a:lnTo>
                  <a:lnTo>
                    <a:pt x="3754094" y="20104"/>
                  </a:lnTo>
                  <a:lnTo>
                    <a:pt x="3709670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55" y="139"/>
                  </a:lnTo>
                  <a:lnTo>
                    <a:pt x="3561486" y="3517"/>
                  </a:lnTo>
                  <a:lnTo>
                    <a:pt x="3516350" y="11341"/>
                  </a:lnTo>
                  <a:lnTo>
                    <a:pt x="3472205" y="23558"/>
                  </a:lnTo>
                  <a:lnTo>
                    <a:pt x="3429482" y="40043"/>
                  </a:lnTo>
                  <a:lnTo>
                    <a:pt x="3388563" y="60642"/>
                  </a:lnTo>
                  <a:lnTo>
                    <a:pt x="3349866" y="85140"/>
                  </a:lnTo>
                  <a:lnTo>
                    <a:pt x="3313760" y="113322"/>
                  </a:lnTo>
                  <a:lnTo>
                    <a:pt x="3280587" y="144907"/>
                  </a:lnTo>
                  <a:lnTo>
                    <a:pt x="3250679" y="179590"/>
                  </a:lnTo>
                  <a:lnTo>
                    <a:pt x="3224301" y="217030"/>
                  </a:lnTo>
                  <a:lnTo>
                    <a:pt x="3201720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56" y="386943"/>
                  </a:lnTo>
                  <a:lnTo>
                    <a:pt x="3153156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27" y="568985"/>
                  </a:lnTo>
                  <a:lnTo>
                    <a:pt x="3175444" y="613130"/>
                  </a:lnTo>
                  <a:lnTo>
                    <a:pt x="3191929" y="655866"/>
                  </a:lnTo>
                  <a:lnTo>
                    <a:pt x="3212528" y="696772"/>
                  </a:lnTo>
                  <a:lnTo>
                    <a:pt x="3237026" y="735469"/>
                  </a:lnTo>
                  <a:lnTo>
                    <a:pt x="3265208" y="771588"/>
                  </a:lnTo>
                  <a:lnTo>
                    <a:pt x="3296793" y="804748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15"/>
                  </a:lnTo>
                  <a:lnTo>
                    <a:pt x="3450653" y="902182"/>
                  </a:lnTo>
                  <a:lnTo>
                    <a:pt x="3494138" y="916546"/>
                  </a:lnTo>
                  <a:lnTo>
                    <a:pt x="3538829" y="926579"/>
                  </a:lnTo>
                  <a:lnTo>
                    <a:pt x="3584283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48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52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55"/>
                  </a:lnTo>
                  <a:lnTo>
                    <a:pt x="3986555" y="753872"/>
                  </a:lnTo>
                  <a:lnTo>
                    <a:pt x="4012933" y="716419"/>
                  </a:lnTo>
                  <a:lnTo>
                    <a:pt x="4035514" y="676567"/>
                  </a:lnTo>
                  <a:lnTo>
                    <a:pt x="4054068" y="634695"/>
                  </a:lnTo>
                  <a:lnTo>
                    <a:pt x="4068432" y="591210"/>
                  </a:lnTo>
                  <a:lnTo>
                    <a:pt x="4078478" y="546519"/>
                  </a:lnTo>
                  <a:lnTo>
                    <a:pt x="4084078" y="501053"/>
                  </a:lnTo>
                  <a:lnTo>
                    <a:pt x="4085336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3510258" y="7905215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66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13581735" y="79774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16668177" y="7905215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FF66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16735055" y="797740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7675658" y="5202524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11"/>
          <p:cNvSpPr txBox="1"/>
          <p:nvPr/>
        </p:nvSpPr>
        <p:spPr>
          <a:xfrm>
            <a:off x="1416049" y="3340041"/>
            <a:ext cx="41814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one or more Files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13096459" y="671397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32" name="Google Shape;332;p11"/>
          <p:cNvGrpSpPr/>
          <p:nvPr/>
        </p:nvGrpSpPr>
        <p:grpSpPr>
          <a:xfrm>
            <a:off x="0" y="6260211"/>
            <a:ext cx="17201978" cy="4026787"/>
            <a:chOff x="0" y="6260211"/>
            <a:chExt cx="17201978" cy="4026787"/>
          </a:xfrm>
        </p:grpSpPr>
        <p:sp>
          <p:nvSpPr>
            <p:cNvPr id="333" name="Google Shape;333;p11"/>
            <p:cNvSpPr/>
            <p:nvPr/>
          </p:nvSpPr>
          <p:spPr>
            <a:xfrm>
              <a:off x="14047604" y="6260211"/>
              <a:ext cx="1270" cy="800735"/>
            </a:xfrm>
            <a:custGeom>
              <a:rect b="b" l="l" r="r" t="t"/>
              <a:pathLst>
                <a:path extrusionOk="0" h="800734" w="1269">
                  <a:moveTo>
                    <a:pt x="0" y="0"/>
                  </a:moveTo>
                  <a:lnTo>
                    <a:pt x="1063" y="800225"/>
                  </a:lnTo>
                </a:path>
              </a:pathLst>
            </a:custGeom>
            <a:noFill/>
            <a:ln cap="flat" cmpd="sng" w="380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14057187" y="6643878"/>
              <a:ext cx="3810" cy="267335"/>
            </a:xfrm>
            <a:custGeom>
              <a:rect b="b" l="l" r="r" t="t"/>
              <a:pathLst>
                <a:path extrusionOk="0" h="267334" w="3809">
                  <a:moveTo>
                    <a:pt x="0" y="266791"/>
                  </a:moveTo>
                  <a:lnTo>
                    <a:pt x="3578" y="0"/>
                  </a:lnTo>
                </a:path>
              </a:pathLst>
            </a:custGeom>
            <a:noFill/>
            <a:ln cap="flat" cmpd="sng" w="383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5" name="Google Shape;33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7608341"/>
              <a:ext cx="8197285" cy="2678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11"/>
            <p:cNvSpPr/>
            <p:nvPr/>
          </p:nvSpPr>
          <p:spPr>
            <a:xfrm>
              <a:off x="10922632" y="7042284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14048682" y="7062854"/>
              <a:ext cx="0" cy="915035"/>
            </a:xfrm>
            <a:custGeom>
              <a:rect b="b" l="l" r="r" t="t"/>
              <a:pathLst>
                <a:path extrusionOk="0" h="915034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14046028" y="7060947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11"/>
          <p:cNvSpPr txBox="1"/>
          <p:nvPr/>
        </p:nvSpPr>
        <p:spPr>
          <a:xfrm>
            <a:off x="13096459" y="5602979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13710938" y="9098722"/>
            <a:ext cx="696595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New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1" name="Google Shape;341;p11"/>
          <p:cNvSpPr txBox="1"/>
          <p:nvPr/>
        </p:nvSpPr>
        <p:spPr>
          <a:xfrm>
            <a:off x="16853966" y="9098722"/>
            <a:ext cx="696595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New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1058599" y="8477875"/>
            <a:ext cx="51288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touch File1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touch File1 File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Windows: type nul &gt; File.txt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MV</a:t>
            </a:r>
            <a:endParaRPr/>
          </a:p>
        </p:txBody>
      </p:sp>
      <p:grpSp>
        <p:nvGrpSpPr>
          <p:cNvPr id="348" name="Google Shape;348;p12"/>
          <p:cNvGrpSpPr/>
          <p:nvPr/>
        </p:nvGrpSpPr>
        <p:grpSpPr>
          <a:xfrm>
            <a:off x="7704320" y="0"/>
            <a:ext cx="10583678" cy="10286999"/>
            <a:chOff x="7704320" y="0"/>
            <a:chExt cx="10583678" cy="10286999"/>
          </a:xfrm>
        </p:grpSpPr>
        <p:pic>
          <p:nvPicPr>
            <p:cNvPr id="349" name="Google Shape;349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575" y="0"/>
              <a:ext cx="10579423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2"/>
            <p:cNvSpPr/>
            <p:nvPr/>
          </p:nvSpPr>
          <p:spPr>
            <a:xfrm>
              <a:off x="13510257" y="242350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>
              <a:off x="10425227" y="314540"/>
              <a:ext cx="4085590" cy="2783205"/>
            </a:xfrm>
            <a:custGeom>
              <a:rect b="b" l="l" r="r" t="t"/>
              <a:pathLst>
                <a:path extrusionOk="0" h="2783205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07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00"/>
                  </a:lnTo>
                  <a:lnTo>
                    <a:pt x="128701" y="1994585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70" y="2282075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85" y="2722499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2783205" w="4085590">
                  <a:moveTo>
                    <a:pt x="4085348" y="2316416"/>
                  </a:moveTo>
                  <a:lnTo>
                    <a:pt x="4083100" y="2270671"/>
                  </a:lnTo>
                  <a:lnTo>
                    <a:pt x="4076382" y="2225357"/>
                  </a:lnTo>
                  <a:lnTo>
                    <a:pt x="4065257" y="2180933"/>
                  </a:lnTo>
                  <a:lnTo>
                    <a:pt x="4049826" y="2137803"/>
                  </a:lnTo>
                  <a:lnTo>
                    <a:pt x="4030243" y="2096401"/>
                  </a:lnTo>
                  <a:lnTo>
                    <a:pt x="4006697" y="2057107"/>
                  </a:lnTo>
                  <a:lnTo>
                    <a:pt x="3979405" y="2020328"/>
                  </a:lnTo>
                  <a:lnTo>
                    <a:pt x="3948646" y="1986394"/>
                  </a:lnTo>
                  <a:lnTo>
                    <a:pt x="3914711" y="1955634"/>
                  </a:lnTo>
                  <a:lnTo>
                    <a:pt x="3877919" y="1928342"/>
                  </a:lnTo>
                  <a:lnTo>
                    <a:pt x="3838638" y="1904796"/>
                  </a:lnTo>
                  <a:lnTo>
                    <a:pt x="3797236" y="1885213"/>
                  </a:lnTo>
                  <a:lnTo>
                    <a:pt x="3754107" y="1869782"/>
                  </a:lnTo>
                  <a:lnTo>
                    <a:pt x="3709682" y="1858657"/>
                  </a:lnTo>
                  <a:lnTo>
                    <a:pt x="3664369" y="1851939"/>
                  </a:lnTo>
                  <a:lnTo>
                    <a:pt x="3618623" y="1849691"/>
                  </a:lnTo>
                  <a:lnTo>
                    <a:pt x="3607168" y="1849831"/>
                  </a:lnTo>
                  <a:lnTo>
                    <a:pt x="3561486" y="1853196"/>
                  </a:lnTo>
                  <a:lnTo>
                    <a:pt x="3516363" y="1861032"/>
                  </a:lnTo>
                  <a:lnTo>
                    <a:pt x="3472218" y="1873250"/>
                  </a:lnTo>
                  <a:lnTo>
                    <a:pt x="3429482" y="1889734"/>
                  </a:lnTo>
                  <a:lnTo>
                    <a:pt x="3388576" y="1910321"/>
                  </a:lnTo>
                  <a:lnTo>
                    <a:pt x="3349879" y="1934832"/>
                  </a:lnTo>
                  <a:lnTo>
                    <a:pt x="3313773" y="1963000"/>
                  </a:lnTo>
                  <a:lnTo>
                    <a:pt x="3280600" y="1994585"/>
                  </a:lnTo>
                  <a:lnTo>
                    <a:pt x="3250679" y="2029269"/>
                  </a:lnTo>
                  <a:lnTo>
                    <a:pt x="3224314" y="2066721"/>
                  </a:lnTo>
                  <a:lnTo>
                    <a:pt x="3201733" y="2106574"/>
                  </a:lnTo>
                  <a:lnTo>
                    <a:pt x="3183166" y="2148446"/>
                  </a:lnTo>
                  <a:lnTo>
                    <a:pt x="3168802" y="2191931"/>
                  </a:lnTo>
                  <a:lnTo>
                    <a:pt x="3158769" y="2236622"/>
                  </a:lnTo>
                  <a:lnTo>
                    <a:pt x="3153168" y="2282075"/>
                  </a:lnTo>
                  <a:lnTo>
                    <a:pt x="3151898" y="2316416"/>
                  </a:lnTo>
                  <a:lnTo>
                    <a:pt x="3152038" y="2327872"/>
                  </a:lnTo>
                  <a:lnTo>
                    <a:pt x="3155404" y="2373553"/>
                  </a:lnTo>
                  <a:lnTo>
                    <a:pt x="3163239" y="2418677"/>
                  </a:lnTo>
                  <a:lnTo>
                    <a:pt x="3175457" y="2462822"/>
                  </a:lnTo>
                  <a:lnTo>
                    <a:pt x="3191941" y="2505557"/>
                  </a:lnTo>
                  <a:lnTo>
                    <a:pt x="3212528" y="2546464"/>
                  </a:lnTo>
                  <a:lnTo>
                    <a:pt x="3237039" y="2585161"/>
                  </a:lnTo>
                  <a:lnTo>
                    <a:pt x="3265220" y="2621267"/>
                  </a:lnTo>
                  <a:lnTo>
                    <a:pt x="3296805" y="2654439"/>
                  </a:lnTo>
                  <a:lnTo>
                    <a:pt x="3331476" y="2684361"/>
                  </a:lnTo>
                  <a:lnTo>
                    <a:pt x="3368929" y="2710726"/>
                  </a:lnTo>
                  <a:lnTo>
                    <a:pt x="3408781" y="2733306"/>
                  </a:lnTo>
                  <a:lnTo>
                    <a:pt x="3450653" y="2751861"/>
                  </a:lnTo>
                  <a:lnTo>
                    <a:pt x="3494151" y="2766237"/>
                  </a:lnTo>
                  <a:lnTo>
                    <a:pt x="3538829" y="2776270"/>
                  </a:lnTo>
                  <a:lnTo>
                    <a:pt x="3584295" y="2781871"/>
                  </a:lnTo>
                  <a:lnTo>
                    <a:pt x="3618623" y="2783141"/>
                  </a:lnTo>
                  <a:lnTo>
                    <a:pt x="3630079" y="2783001"/>
                  </a:lnTo>
                  <a:lnTo>
                    <a:pt x="3675761" y="2779623"/>
                  </a:lnTo>
                  <a:lnTo>
                    <a:pt x="3720884" y="2771800"/>
                  </a:lnTo>
                  <a:lnTo>
                    <a:pt x="3765029" y="2759583"/>
                  </a:lnTo>
                  <a:lnTo>
                    <a:pt x="3807764" y="2743098"/>
                  </a:lnTo>
                  <a:lnTo>
                    <a:pt x="3848671" y="2722499"/>
                  </a:lnTo>
                  <a:lnTo>
                    <a:pt x="3887368" y="2698000"/>
                  </a:lnTo>
                  <a:lnTo>
                    <a:pt x="3923474" y="2669819"/>
                  </a:lnTo>
                  <a:lnTo>
                    <a:pt x="3956647" y="2638234"/>
                  </a:lnTo>
                  <a:lnTo>
                    <a:pt x="3986568" y="2603550"/>
                  </a:lnTo>
                  <a:lnTo>
                    <a:pt x="4012946" y="2566111"/>
                  </a:lnTo>
                  <a:lnTo>
                    <a:pt x="4035514" y="2526258"/>
                  </a:lnTo>
                  <a:lnTo>
                    <a:pt x="4054081" y="2484386"/>
                  </a:lnTo>
                  <a:lnTo>
                    <a:pt x="4068445" y="2440889"/>
                  </a:lnTo>
                  <a:lnTo>
                    <a:pt x="4078478" y="2396198"/>
                  </a:lnTo>
                  <a:lnTo>
                    <a:pt x="4084078" y="2350744"/>
                  </a:lnTo>
                  <a:lnTo>
                    <a:pt x="4085348" y="2316416"/>
                  </a:lnTo>
                  <a:close/>
                </a:path>
                <a:path extrusionOk="0" h="2783205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15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16730451" y="2164222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>
              <a:off x="10425236" y="4012616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10892231" y="1247395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14044078" y="1249673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>
              <a:off x="14041424" y="1247766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10892233" y="3098216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13519729" y="5349999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10443565" y="5422188"/>
              <a:ext cx="4085590" cy="2783205"/>
            </a:xfrm>
            <a:custGeom>
              <a:rect b="b" l="l" r="r" t="t"/>
              <a:pathLst>
                <a:path extrusionOk="0" h="2783204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98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43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38"/>
                  </a:lnTo>
                  <a:lnTo>
                    <a:pt x="256882" y="2733306"/>
                  </a:lnTo>
                  <a:lnTo>
                    <a:pt x="298754" y="2751874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36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511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63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210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2783204" w="4085590">
                  <a:moveTo>
                    <a:pt x="4085348" y="2316416"/>
                  </a:moveTo>
                  <a:lnTo>
                    <a:pt x="4083100" y="2270671"/>
                  </a:lnTo>
                  <a:lnTo>
                    <a:pt x="4076382" y="2225357"/>
                  </a:lnTo>
                  <a:lnTo>
                    <a:pt x="4065257" y="2180933"/>
                  </a:lnTo>
                  <a:lnTo>
                    <a:pt x="4049826" y="2137803"/>
                  </a:lnTo>
                  <a:lnTo>
                    <a:pt x="4030243" y="2096401"/>
                  </a:lnTo>
                  <a:lnTo>
                    <a:pt x="4006697" y="2057120"/>
                  </a:lnTo>
                  <a:lnTo>
                    <a:pt x="3979405" y="2020328"/>
                  </a:lnTo>
                  <a:lnTo>
                    <a:pt x="3948646" y="1986394"/>
                  </a:lnTo>
                  <a:lnTo>
                    <a:pt x="3914711" y="1955634"/>
                  </a:lnTo>
                  <a:lnTo>
                    <a:pt x="3877919" y="1928342"/>
                  </a:lnTo>
                  <a:lnTo>
                    <a:pt x="3838638" y="1904796"/>
                  </a:lnTo>
                  <a:lnTo>
                    <a:pt x="3797236" y="1885213"/>
                  </a:lnTo>
                  <a:lnTo>
                    <a:pt x="3754107" y="1869782"/>
                  </a:lnTo>
                  <a:lnTo>
                    <a:pt x="3709682" y="1858657"/>
                  </a:lnTo>
                  <a:lnTo>
                    <a:pt x="3664369" y="1851939"/>
                  </a:lnTo>
                  <a:lnTo>
                    <a:pt x="3618623" y="1849691"/>
                  </a:lnTo>
                  <a:lnTo>
                    <a:pt x="3607168" y="1849831"/>
                  </a:lnTo>
                  <a:lnTo>
                    <a:pt x="3561486" y="1853196"/>
                  </a:lnTo>
                  <a:lnTo>
                    <a:pt x="3516363" y="1861032"/>
                  </a:lnTo>
                  <a:lnTo>
                    <a:pt x="3472218" y="1873250"/>
                  </a:lnTo>
                  <a:lnTo>
                    <a:pt x="3429482" y="1889734"/>
                  </a:lnTo>
                  <a:lnTo>
                    <a:pt x="3388576" y="1910321"/>
                  </a:lnTo>
                  <a:lnTo>
                    <a:pt x="3349879" y="1934832"/>
                  </a:lnTo>
                  <a:lnTo>
                    <a:pt x="3313773" y="1963013"/>
                  </a:lnTo>
                  <a:lnTo>
                    <a:pt x="3280600" y="1994598"/>
                  </a:lnTo>
                  <a:lnTo>
                    <a:pt x="3250679" y="2029269"/>
                  </a:lnTo>
                  <a:lnTo>
                    <a:pt x="3224301" y="2066721"/>
                  </a:lnTo>
                  <a:lnTo>
                    <a:pt x="3201733" y="2106574"/>
                  </a:lnTo>
                  <a:lnTo>
                    <a:pt x="3183166" y="2148446"/>
                  </a:lnTo>
                  <a:lnTo>
                    <a:pt x="3168802" y="2191943"/>
                  </a:lnTo>
                  <a:lnTo>
                    <a:pt x="3158769" y="2236622"/>
                  </a:lnTo>
                  <a:lnTo>
                    <a:pt x="3153168" y="2282088"/>
                  </a:lnTo>
                  <a:lnTo>
                    <a:pt x="3151898" y="2316416"/>
                  </a:lnTo>
                  <a:lnTo>
                    <a:pt x="3152038" y="2327872"/>
                  </a:lnTo>
                  <a:lnTo>
                    <a:pt x="3155404" y="2373553"/>
                  </a:lnTo>
                  <a:lnTo>
                    <a:pt x="3163239" y="2418677"/>
                  </a:lnTo>
                  <a:lnTo>
                    <a:pt x="3175457" y="2462822"/>
                  </a:lnTo>
                  <a:lnTo>
                    <a:pt x="3191941" y="2505557"/>
                  </a:lnTo>
                  <a:lnTo>
                    <a:pt x="3212528" y="2546464"/>
                  </a:lnTo>
                  <a:lnTo>
                    <a:pt x="3237039" y="2585161"/>
                  </a:lnTo>
                  <a:lnTo>
                    <a:pt x="3265220" y="2621267"/>
                  </a:lnTo>
                  <a:lnTo>
                    <a:pt x="3296805" y="2654439"/>
                  </a:lnTo>
                  <a:lnTo>
                    <a:pt x="3331476" y="2684361"/>
                  </a:lnTo>
                  <a:lnTo>
                    <a:pt x="3368929" y="2710738"/>
                  </a:lnTo>
                  <a:lnTo>
                    <a:pt x="3408781" y="2733306"/>
                  </a:lnTo>
                  <a:lnTo>
                    <a:pt x="3450653" y="2751874"/>
                  </a:lnTo>
                  <a:lnTo>
                    <a:pt x="3494151" y="2766237"/>
                  </a:lnTo>
                  <a:lnTo>
                    <a:pt x="3538829" y="2776270"/>
                  </a:lnTo>
                  <a:lnTo>
                    <a:pt x="3584295" y="2781871"/>
                  </a:lnTo>
                  <a:lnTo>
                    <a:pt x="3618623" y="2783141"/>
                  </a:lnTo>
                  <a:lnTo>
                    <a:pt x="3630079" y="2783001"/>
                  </a:lnTo>
                  <a:lnTo>
                    <a:pt x="3675761" y="2779636"/>
                  </a:lnTo>
                  <a:lnTo>
                    <a:pt x="3720884" y="2771800"/>
                  </a:lnTo>
                  <a:lnTo>
                    <a:pt x="3765029" y="2759583"/>
                  </a:lnTo>
                  <a:lnTo>
                    <a:pt x="3807764" y="2743098"/>
                  </a:lnTo>
                  <a:lnTo>
                    <a:pt x="3848671" y="2722511"/>
                  </a:lnTo>
                  <a:lnTo>
                    <a:pt x="3887368" y="2698000"/>
                  </a:lnTo>
                  <a:lnTo>
                    <a:pt x="3923474" y="2669819"/>
                  </a:lnTo>
                  <a:lnTo>
                    <a:pt x="3956647" y="2638234"/>
                  </a:lnTo>
                  <a:lnTo>
                    <a:pt x="3986568" y="2603563"/>
                  </a:lnTo>
                  <a:lnTo>
                    <a:pt x="4012946" y="2566111"/>
                  </a:lnTo>
                  <a:lnTo>
                    <a:pt x="4035514" y="2526258"/>
                  </a:lnTo>
                  <a:lnTo>
                    <a:pt x="4054081" y="2484386"/>
                  </a:lnTo>
                  <a:lnTo>
                    <a:pt x="4068445" y="2440889"/>
                  </a:lnTo>
                  <a:lnTo>
                    <a:pt x="4078478" y="2396210"/>
                  </a:lnTo>
                  <a:lnTo>
                    <a:pt x="4084078" y="2350744"/>
                  </a:lnTo>
                  <a:lnTo>
                    <a:pt x="4085348" y="2316416"/>
                  </a:lnTo>
                  <a:close/>
                </a:path>
                <a:path extrusionOk="0" h="2783204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54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49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78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52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01" y="217043"/>
                  </a:lnTo>
                  <a:lnTo>
                    <a:pt x="3201733" y="256895"/>
                  </a:lnTo>
                  <a:lnTo>
                    <a:pt x="3183166" y="298767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93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43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27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904"/>
                  </a:lnTo>
                  <a:lnTo>
                    <a:pt x="3807764" y="893419"/>
                  </a:lnTo>
                  <a:lnTo>
                    <a:pt x="3848671" y="872820"/>
                  </a:lnTo>
                  <a:lnTo>
                    <a:pt x="3887368" y="848321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2"/>
            <p:cNvSpPr/>
            <p:nvPr/>
          </p:nvSpPr>
          <p:spPr>
            <a:xfrm>
              <a:off x="13591918" y="9028512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>
              <a:off x="10443574" y="912026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7704320" y="500376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10867865" y="6336753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4068491" y="8114113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0892233" y="8205864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12"/>
          <p:cNvSpPr txBox="1"/>
          <p:nvPr/>
        </p:nvSpPr>
        <p:spPr>
          <a:xfrm>
            <a:off x="1416049" y="3414411"/>
            <a:ext cx="5210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 Functionalities: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1944" lvl="0" marL="7023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Rename Folder or File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1841847" y="5662312"/>
            <a:ext cx="43205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Move Folder or File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13127466" y="-80863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69" name="Google Shape;369;p12"/>
          <p:cNvGrpSpPr/>
          <p:nvPr/>
        </p:nvGrpSpPr>
        <p:grpSpPr>
          <a:xfrm>
            <a:off x="0" y="6357216"/>
            <a:ext cx="14068817" cy="3929782"/>
            <a:chOff x="0" y="6357216"/>
            <a:chExt cx="14068817" cy="3929782"/>
          </a:xfrm>
        </p:grpSpPr>
        <p:sp>
          <p:nvSpPr>
            <p:cNvPr id="370" name="Google Shape;370;p12"/>
            <p:cNvSpPr/>
            <p:nvPr/>
          </p:nvSpPr>
          <p:spPr>
            <a:xfrm>
              <a:off x="14062467" y="6357216"/>
              <a:ext cx="6350" cy="914400"/>
            </a:xfrm>
            <a:custGeom>
              <a:rect b="b" l="l" r="r" t="t"/>
              <a:pathLst>
                <a:path extrusionOk="0" h="914400" w="6350">
                  <a:moveTo>
                    <a:pt x="6017" y="914392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1" name="Google Shape;3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7593529"/>
              <a:ext cx="7998027" cy="26934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2" name="Google Shape;372;p12"/>
          <p:cNvSpPr txBox="1"/>
          <p:nvPr/>
        </p:nvSpPr>
        <p:spPr>
          <a:xfrm>
            <a:off x="13116219" y="4972010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6349296" y="3131308"/>
            <a:ext cx="169672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Moving File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3214317" y="9930215"/>
            <a:ext cx="169672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Moving File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1058600" y="7887075"/>
            <a:ext cx="4320600" cy="21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mv File1 File2 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 File1 Folder1/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Windows: ren File2 File2  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			move File1 File2/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RM</a:t>
            </a:r>
            <a:endParaRPr/>
          </a:p>
        </p:txBody>
      </p:sp>
      <p:grpSp>
        <p:nvGrpSpPr>
          <p:cNvPr id="381" name="Google Shape;381;p13"/>
          <p:cNvGrpSpPr/>
          <p:nvPr/>
        </p:nvGrpSpPr>
        <p:grpSpPr>
          <a:xfrm>
            <a:off x="7704320" y="1"/>
            <a:ext cx="10583678" cy="10286999"/>
            <a:chOff x="7704320" y="1"/>
            <a:chExt cx="10583678" cy="10286999"/>
          </a:xfrm>
        </p:grpSpPr>
        <p:pic>
          <p:nvPicPr>
            <p:cNvPr id="382" name="Google Shape;38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575" y="1"/>
              <a:ext cx="10579423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" name="Google Shape;383;p13"/>
            <p:cNvSpPr/>
            <p:nvPr/>
          </p:nvSpPr>
          <p:spPr>
            <a:xfrm>
              <a:off x="13510257" y="24235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10425227" y="314552"/>
              <a:ext cx="4085590" cy="2783205"/>
            </a:xfrm>
            <a:custGeom>
              <a:rect b="b" l="l" r="r" t="t"/>
              <a:pathLst>
                <a:path extrusionOk="0" h="2783205" w="4085590">
                  <a:moveTo>
                    <a:pt x="933450" y="2316403"/>
                  </a:moveTo>
                  <a:lnTo>
                    <a:pt x="931202" y="2270658"/>
                  </a:lnTo>
                  <a:lnTo>
                    <a:pt x="924483" y="2225344"/>
                  </a:lnTo>
                  <a:lnTo>
                    <a:pt x="913358" y="2180920"/>
                  </a:lnTo>
                  <a:lnTo>
                    <a:pt x="897928" y="2137791"/>
                  </a:lnTo>
                  <a:lnTo>
                    <a:pt x="878344" y="2096389"/>
                  </a:lnTo>
                  <a:lnTo>
                    <a:pt x="854798" y="2057107"/>
                  </a:lnTo>
                  <a:lnTo>
                    <a:pt x="827506" y="2020316"/>
                  </a:lnTo>
                  <a:lnTo>
                    <a:pt x="796747" y="1986381"/>
                  </a:lnTo>
                  <a:lnTo>
                    <a:pt x="762812" y="1955622"/>
                  </a:lnTo>
                  <a:lnTo>
                    <a:pt x="726020" y="1928329"/>
                  </a:lnTo>
                  <a:lnTo>
                    <a:pt x="686739" y="1904784"/>
                  </a:lnTo>
                  <a:lnTo>
                    <a:pt x="645337" y="1885200"/>
                  </a:lnTo>
                  <a:lnTo>
                    <a:pt x="602208" y="1869770"/>
                  </a:lnTo>
                  <a:lnTo>
                    <a:pt x="557784" y="1858645"/>
                  </a:lnTo>
                  <a:lnTo>
                    <a:pt x="512470" y="1851926"/>
                  </a:lnTo>
                  <a:lnTo>
                    <a:pt x="466725" y="1849678"/>
                  </a:lnTo>
                  <a:lnTo>
                    <a:pt x="455269" y="1849818"/>
                  </a:lnTo>
                  <a:lnTo>
                    <a:pt x="409587" y="1853184"/>
                  </a:lnTo>
                  <a:lnTo>
                    <a:pt x="364464" y="1861019"/>
                  </a:lnTo>
                  <a:lnTo>
                    <a:pt x="320319" y="1873237"/>
                  </a:lnTo>
                  <a:lnTo>
                    <a:pt x="277583" y="1889721"/>
                  </a:lnTo>
                  <a:lnTo>
                    <a:pt x="236677" y="1910308"/>
                  </a:lnTo>
                  <a:lnTo>
                    <a:pt x="197980" y="1934819"/>
                  </a:lnTo>
                  <a:lnTo>
                    <a:pt x="161874" y="1963000"/>
                  </a:lnTo>
                  <a:lnTo>
                    <a:pt x="128701" y="1994573"/>
                  </a:lnTo>
                  <a:lnTo>
                    <a:pt x="98780" y="2029256"/>
                  </a:lnTo>
                  <a:lnTo>
                    <a:pt x="72415" y="2066709"/>
                  </a:lnTo>
                  <a:lnTo>
                    <a:pt x="49834" y="2106561"/>
                  </a:lnTo>
                  <a:lnTo>
                    <a:pt x="31280" y="2148433"/>
                  </a:lnTo>
                  <a:lnTo>
                    <a:pt x="16903" y="2191918"/>
                  </a:lnTo>
                  <a:lnTo>
                    <a:pt x="6870" y="2236609"/>
                  </a:lnTo>
                  <a:lnTo>
                    <a:pt x="1270" y="2282075"/>
                  </a:lnTo>
                  <a:lnTo>
                    <a:pt x="0" y="2316403"/>
                  </a:lnTo>
                  <a:lnTo>
                    <a:pt x="139" y="2327859"/>
                  </a:lnTo>
                  <a:lnTo>
                    <a:pt x="3517" y="2373541"/>
                  </a:lnTo>
                  <a:lnTo>
                    <a:pt x="11341" y="2418664"/>
                  </a:lnTo>
                  <a:lnTo>
                    <a:pt x="23558" y="2462809"/>
                  </a:lnTo>
                  <a:lnTo>
                    <a:pt x="40043" y="2505545"/>
                  </a:lnTo>
                  <a:lnTo>
                    <a:pt x="60642" y="2546451"/>
                  </a:lnTo>
                  <a:lnTo>
                    <a:pt x="85140" y="2585148"/>
                  </a:lnTo>
                  <a:lnTo>
                    <a:pt x="113322" y="2621254"/>
                  </a:lnTo>
                  <a:lnTo>
                    <a:pt x="144907" y="2654427"/>
                  </a:lnTo>
                  <a:lnTo>
                    <a:pt x="179590" y="2684348"/>
                  </a:lnTo>
                  <a:lnTo>
                    <a:pt x="217030" y="2710713"/>
                  </a:lnTo>
                  <a:lnTo>
                    <a:pt x="256882" y="2733294"/>
                  </a:lnTo>
                  <a:lnTo>
                    <a:pt x="298754" y="2751848"/>
                  </a:lnTo>
                  <a:lnTo>
                    <a:pt x="342252" y="2766225"/>
                  </a:lnTo>
                  <a:lnTo>
                    <a:pt x="386943" y="2776258"/>
                  </a:lnTo>
                  <a:lnTo>
                    <a:pt x="432396" y="2781858"/>
                  </a:lnTo>
                  <a:lnTo>
                    <a:pt x="466725" y="2783128"/>
                  </a:lnTo>
                  <a:lnTo>
                    <a:pt x="478180" y="2782989"/>
                  </a:lnTo>
                  <a:lnTo>
                    <a:pt x="523862" y="2779611"/>
                  </a:lnTo>
                  <a:lnTo>
                    <a:pt x="568985" y="2771787"/>
                  </a:lnTo>
                  <a:lnTo>
                    <a:pt x="613130" y="2759570"/>
                  </a:lnTo>
                  <a:lnTo>
                    <a:pt x="655866" y="2743085"/>
                  </a:lnTo>
                  <a:lnTo>
                    <a:pt x="696785" y="2722486"/>
                  </a:lnTo>
                  <a:lnTo>
                    <a:pt x="735469" y="2697988"/>
                  </a:lnTo>
                  <a:lnTo>
                    <a:pt x="771588" y="2669806"/>
                  </a:lnTo>
                  <a:lnTo>
                    <a:pt x="804760" y="2638221"/>
                  </a:lnTo>
                  <a:lnTo>
                    <a:pt x="834669" y="2603538"/>
                  </a:lnTo>
                  <a:lnTo>
                    <a:pt x="861047" y="2566098"/>
                  </a:lnTo>
                  <a:lnTo>
                    <a:pt x="883615" y="2526246"/>
                  </a:lnTo>
                  <a:lnTo>
                    <a:pt x="902182" y="2484374"/>
                  </a:lnTo>
                  <a:lnTo>
                    <a:pt x="916546" y="2440876"/>
                  </a:lnTo>
                  <a:lnTo>
                    <a:pt x="926579" y="2396185"/>
                  </a:lnTo>
                  <a:lnTo>
                    <a:pt x="932192" y="2350732"/>
                  </a:lnTo>
                  <a:lnTo>
                    <a:pt x="933450" y="2316403"/>
                  </a:lnTo>
                  <a:close/>
                </a:path>
                <a:path extrusionOk="0" h="2783205" w="4085590">
                  <a:moveTo>
                    <a:pt x="4085348" y="466725"/>
                  </a:moveTo>
                  <a:lnTo>
                    <a:pt x="4083100" y="420966"/>
                  </a:lnTo>
                  <a:lnTo>
                    <a:pt x="4076382" y="375666"/>
                  </a:lnTo>
                  <a:lnTo>
                    <a:pt x="4065257" y="331241"/>
                  </a:lnTo>
                  <a:lnTo>
                    <a:pt x="4049826" y="288112"/>
                  </a:lnTo>
                  <a:lnTo>
                    <a:pt x="4030243" y="246710"/>
                  </a:lnTo>
                  <a:lnTo>
                    <a:pt x="4006697" y="207416"/>
                  </a:lnTo>
                  <a:lnTo>
                    <a:pt x="3979405" y="170637"/>
                  </a:lnTo>
                  <a:lnTo>
                    <a:pt x="3948646" y="136690"/>
                  </a:lnTo>
                  <a:lnTo>
                    <a:pt x="3914711" y="105930"/>
                  </a:lnTo>
                  <a:lnTo>
                    <a:pt x="3877919" y="78651"/>
                  </a:lnTo>
                  <a:lnTo>
                    <a:pt x="3838638" y="55105"/>
                  </a:lnTo>
                  <a:lnTo>
                    <a:pt x="3797236" y="35521"/>
                  </a:lnTo>
                  <a:lnTo>
                    <a:pt x="3754107" y="20091"/>
                  </a:lnTo>
                  <a:lnTo>
                    <a:pt x="3709682" y="8966"/>
                  </a:lnTo>
                  <a:lnTo>
                    <a:pt x="3664369" y="2235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05"/>
                  </a:lnTo>
                  <a:lnTo>
                    <a:pt x="3516363" y="11341"/>
                  </a:lnTo>
                  <a:lnTo>
                    <a:pt x="3472218" y="23545"/>
                  </a:lnTo>
                  <a:lnTo>
                    <a:pt x="3429482" y="40030"/>
                  </a:lnTo>
                  <a:lnTo>
                    <a:pt x="3388576" y="60629"/>
                  </a:lnTo>
                  <a:lnTo>
                    <a:pt x="3349879" y="85128"/>
                  </a:lnTo>
                  <a:lnTo>
                    <a:pt x="3313773" y="113309"/>
                  </a:lnTo>
                  <a:lnTo>
                    <a:pt x="3280600" y="144894"/>
                  </a:lnTo>
                  <a:lnTo>
                    <a:pt x="3250679" y="179578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39"/>
                  </a:lnTo>
                  <a:lnTo>
                    <a:pt x="3158769" y="386930"/>
                  </a:lnTo>
                  <a:lnTo>
                    <a:pt x="3153168" y="432384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49"/>
                  </a:lnTo>
                  <a:lnTo>
                    <a:pt x="3163239" y="568985"/>
                  </a:lnTo>
                  <a:lnTo>
                    <a:pt x="3175457" y="613130"/>
                  </a:lnTo>
                  <a:lnTo>
                    <a:pt x="3191941" y="655853"/>
                  </a:lnTo>
                  <a:lnTo>
                    <a:pt x="3212528" y="696772"/>
                  </a:lnTo>
                  <a:lnTo>
                    <a:pt x="3237039" y="735469"/>
                  </a:lnTo>
                  <a:lnTo>
                    <a:pt x="3265220" y="771575"/>
                  </a:lnTo>
                  <a:lnTo>
                    <a:pt x="3296805" y="804748"/>
                  </a:lnTo>
                  <a:lnTo>
                    <a:pt x="3331476" y="834656"/>
                  </a:lnTo>
                  <a:lnTo>
                    <a:pt x="3368929" y="861034"/>
                  </a:lnTo>
                  <a:lnTo>
                    <a:pt x="3408781" y="883615"/>
                  </a:lnTo>
                  <a:lnTo>
                    <a:pt x="3450653" y="902169"/>
                  </a:lnTo>
                  <a:lnTo>
                    <a:pt x="3494151" y="916533"/>
                  </a:lnTo>
                  <a:lnTo>
                    <a:pt x="3538829" y="926579"/>
                  </a:lnTo>
                  <a:lnTo>
                    <a:pt x="3584295" y="932180"/>
                  </a:lnTo>
                  <a:lnTo>
                    <a:pt x="3618623" y="933450"/>
                  </a:lnTo>
                  <a:lnTo>
                    <a:pt x="3630079" y="933297"/>
                  </a:lnTo>
                  <a:lnTo>
                    <a:pt x="3675761" y="929932"/>
                  </a:lnTo>
                  <a:lnTo>
                    <a:pt x="3720884" y="922096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07"/>
                  </a:lnTo>
                  <a:lnTo>
                    <a:pt x="3887368" y="848309"/>
                  </a:lnTo>
                  <a:lnTo>
                    <a:pt x="3923474" y="820127"/>
                  </a:lnTo>
                  <a:lnTo>
                    <a:pt x="3956647" y="788543"/>
                  </a:lnTo>
                  <a:lnTo>
                    <a:pt x="3986568" y="753859"/>
                  </a:lnTo>
                  <a:lnTo>
                    <a:pt x="4012946" y="716407"/>
                  </a:lnTo>
                  <a:lnTo>
                    <a:pt x="4035514" y="676554"/>
                  </a:lnTo>
                  <a:lnTo>
                    <a:pt x="4054081" y="634682"/>
                  </a:lnTo>
                  <a:lnTo>
                    <a:pt x="4068445" y="591197"/>
                  </a:lnTo>
                  <a:lnTo>
                    <a:pt x="4078478" y="546506"/>
                  </a:lnTo>
                  <a:lnTo>
                    <a:pt x="4084078" y="501053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13577125" y="2164231"/>
              <a:ext cx="4086860" cy="933450"/>
            </a:xfrm>
            <a:custGeom>
              <a:rect b="b" l="l" r="r" t="t"/>
              <a:pathLst>
                <a:path extrusionOk="0" h="933450" w="4086859">
                  <a:moveTo>
                    <a:pt x="933450" y="466725"/>
                  </a:moveTo>
                  <a:lnTo>
                    <a:pt x="931202" y="420979"/>
                  </a:lnTo>
                  <a:lnTo>
                    <a:pt x="924483" y="375666"/>
                  </a:lnTo>
                  <a:lnTo>
                    <a:pt x="913358" y="331241"/>
                  </a:lnTo>
                  <a:lnTo>
                    <a:pt x="897928" y="288112"/>
                  </a:lnTo>
                  <a:lnTo>
                    <a:pt x="878344" y="246710"/>
                  </a:lnTo>
                  <a:lnTo>
                    <a:pt x="854798" y="207429"/>
                  </a:lnTo>
                  <a:lnTo>
                    <a:pt x="827506" y="170637"/>
                  </a:lnTo>
                  <a:lnTo>
                    <a:pt x="796747" y="136702"/>
                  </a:lnTo>
                  <a:lnTo>
                    <a:pt x="762812" y="105943"/>
                  </a:lnTo>
                  <a:lnTo>
                    <a:pt x="726020" y="78651"/>
                  </a:lnTo>
                  <a:lnTo>
                    <a:pt x="686739" y="55105"/>
                  </a:lnTo>
                  <a:lnTo>
                    <a:pt x="645337" y="35521"/>
                  </a:lnTo>
                  <a:lnTo>
                    <a:pt x="602208" y="20091"/>
                  </a:lnTo>
                  <a:lnTo>
                    <a:pt x="557784" y="8966"/>
                  </a:lnTo>
                  <a:lnTo>
                    <a:pt x="512470" y="2247"/>
                  </a:lnTo>
                  <a:lnTo>
                    <a:pt x="466725" y="0"/>
                  </a:lnTo>
                  <a:lnTo>
                    <a:pt x="455269" y="139"/>
                  </a:lnTo>
                  <a:lnTo>
                    <a:pt x="409587" y="3505"/>
                  </a:lnTo>
                  <a:lnTo>
                    <a:pt x="364464" y="11341"/>
                  </a:lnTo>
                  <a:lnTo>
                    <a:pt x="320319" y="23558"/>
                  </a:lnTo>
                  <a:lnTo>
                    <a:pt x="277583" y="40043"/>
                  </a:lnTo>
                  <a:lnTo>
                    <a:pt x="236677" y="60629"/>
                  </a:lnTo>
                  <a:lnTo>
                    <a:pt x="197980" y="85140"/>
                  </a:lnTo>
                  <a:lnTo>
                    <a:pt x="161874" y="113322"/>
                  </a:lnTo>
                  <a:lnTo>
                    <a:pt x="128701" y="144894"/>
                  </a:lnTo>
                  <a:lnTo>
                    <a:pt x="98780" y="179578"/>
                  </a:lnTo>
                  <a:lnTo>
                    <a:pt x="72415" y="217030"/>
                  </a:lnTo>
                  <a:lnTo>
                    <a:pt x="49834" y="256882"/>
                  </a:lnTo>
                  <a:lnTo>
                    <a:pt x="31267" y="298754"/>
                  </a:lnTo>
                  <a:lnTo>
                    <a:pt x="16903" y="342239"/>
                  </a:lnTo>
                  <a:lnTo>
                    <a:pt x="6870" y="386930"/>
                  </a:lnTo>
                  <a:lnTo>
                    <a:pt x="1270" y="432396"/>
                  </a:lnTo>
                  <a:lnTo>
                    <a:pt x="0" y="466725"/>
                  </a:lnTo>
                  <a:lnTo>
                    <a:pt x="139" y="478180"/>
                  </a:lnTo>
                  <a:lnTo>
                    <a:pt x="3505" y="523862"/>
                  </a:lnTo>
                  <a:lnTo>
                    <a:pt x="11341" y="568985"/>
                  </a:lnTo>
                  <a:lnTo>
                    <a:pt x="23558" y="613130"/>
                  </a:lnTo>
                  <a:lnTo>
                    <a:pt x="40043" y="655866"/>
                  </a:lnTo>
                  <a:lnTo>
                    <a:pt x="60629" y="696772"/>
                  </a:lnTo>
                  <a:lnTo>
                    <a:pt x="85140" y="735469"/>
                  </a:lnTo>
                  <a:lnTo>
                    <a:pt x="113322" y="771575"/>
                  </a:lnTo>
                  <a:lnTo>
                    <a:pt x="144907" y="804748"/>
                  </a:lnTo>
                  <a:lnTo>
                    <a:pt x="179578" y="834669"/>
                  </a:lnTo>
                  <a:lnTo>
                    <a:pt x="217030" y="861034"/>
                  </a:lnTo>
                  <a:lnTo>
                    <a:pt x="256882" y="883615"/>
                  </a:lnTo>
                  <a:lnTo>
                    <a:pt x="298754" y="902169"/>
                  </a:lnTo>
                  <a:lnTo>
                    <a:pt x="342252" y="916546"/>
                  </a:lnTo>
                  <a:lnTo>
                    <a:pt x="386930" y="926579"/>
                  </a:lnTo>
                  <a:lnTo>
                    <a:pt x="432396" y="932180"/>
                  </a:lnTo>
                  <a:lnTo>
                    <a:pt x="466725" y="933450"/>
                  </a:lnTo>
                  <a:lnTo>
                    <a:pt x="478180" y="933310"/>
                  </a:lnTo>
                  <a:lnTo>
                    <a:pt x="523862" y="929932"/>
                  </a:lnTo>
                  <a:lnTo>
                    <a:pt x="568985" y="922108"/>
                  </a:lnTo>
                  <a:lnTo>
                    <a:pt x="613130" y="909891"/>
                  </a:lnTo>
                  <a:lnTo>
                    <a:pt x="655866" y="893406"/>
                  </a:lnTo>
                  <a:lnTo>
                    <a:pt x="696772" y="872807"/>
                  </a:lnTo>
                  <a:lnTo>
                    <a:pt x="735469" y="848309"/>
                  </a:lnTo>
                  <a:lnTo>
                    <a:pt x="771575" y="820127"/>
                  </a:lnTo>
                  <a:lnTo>
                    <a:pt x="804748" y="788543"/>
                  </a:lnTo>
                  <a:lnTo>
                    <a:pt x="834669" y="753859"/>
                  </a:lnTo>
                  <a:lnTo>
                    <a:pt x="861047" y="716419"/>
                  </a:lnTo>
                  <a:lnTo>
                    <a:pt x="883615" y="676567"/>
                  </a:lnTo>
                  <a:lnTo>
                    <a:pt x="902182" y="634695"/>
                  </a:lnTo>
                  <a:lnTo>
                    <a:pt x="916546" y="591197"/>
                  </a:lnTo>
                  <a:lnTo>
                    <a:pt x="926579" y="546506"/>
                  </a:lnTo>
                  <a:lnTo>
                    <a:pt x="932180" y="501053"/>
                  </a:lnTo>
                  <a:lnTo>
                    <a:pt x="933450" y="466725"/>
                  </a:lnTo>
                  <a:close/>
                </a:path>
                <a:path extrusionOk="0" h="933450" w="4086859">
                  <a:moveTo>
                    <a:pt x="4086771" y="466725"/>
                  </a:moveTo>
                  <a:lnTo>
                    <a:pt x="4084523" y="420979"/>
                  </a:lnTo>
                  <a:lnTo>
                    <a:pt x="4077805" y="375666"/>
                  </a:lnTo>
                  <a:lnTo>
                    <a:pt x="4066667" y="331241"/>
                  </a:lnTo>
                  <a:lnTo>
                    <a:pt x="4051236" y="288112"/>
                  </a:lnTo>
                  <a:lnTo>
                    <a:pt x="4031665" y="246710"/>
                  </a:lnTo>
                  <a:lnTo>
                    <a:pt x="4008107" y="207429"/>
                  </a:lnTo>
                  <a:lnTo>
                    <a:pt x="3980827" y="170637"/>
                  </a:lnTo>
                  <a:lnTo>
                    <a:pt x="3950068" y="136702"/>
                  </a:lnTo>
                  <a:lnTo>
                    <a:pt x="3916134" y="105943"/>
                  </a:lnTo>
                  <a:lnTo>
                    <a:pt x="3879342" y="78651"/>
                  </a:lnTo>
                  <a:lnTo>
                    <a:pt x="3840061" y="55105"/>
                  </a:lnTo>
                  <a:lnTo>
                    <a:pt x="3798659" y="35521"/>
                  </a:lnTo>
                  <a:lnTo>
                    <a:pt x="3755529" y="20091"/>
                  </a:lnTo>
                  <a:lnTo>
                    <a:pt x="3711092" y="8966"/>
                  </a:lnTo>
                  <a:lnTo>
                    <a:pt x="3665791" y="2247"/>
                  </a:lnTo>
                  <a:lnTo>
                    <a:pt x="3620046" y="0"/>
                  </a:lnTo>
                  <a:lnTo>
                    <a:pt x="3608590" y="139"/>
                  </a:lnTo>
                  <a:lnTo>
                    <a:pt x="3562908" y="3505"/>
                  </a:lnTo>
                  <a:lnTo>
                    <a:pt x="3517785" y="11341"/>
                  </a:lnTo>
                  <a:lnTo>
                    <a:pt x="3473640" y="23558"/>
                  </a:lnTo>
                  <a:lnTo>
                    <a:pt x="3430905" y="40043"/>
                  </a:lnTo>
                  <a:lnTo>
                    <a:pt x="3389998" y="60629"/>
                  </a:lnTo>
                  <a:lnTo>
                    <a:pt x="3351301" y="85140"/>
                  </a:lnTo>
                  <a:lnTo>
                    <a:pt x="3315195" y="113322"/>
                  </a:lnTo>
                  <a:lnTo>
                    <a:pt x="3282023" y="144894"/>
                  </a:lnTo>
                  <a:lnTo>
                    <a:pt x="3252101" y="179578"/>
                  </a:lnTo>
                  <a:lnTo>
                    <a:pt x="3225723" y="217030"/>
                  </a:lnTo>
                  <a:lnTo>
                    <a:pt x="3203156" y="256882"/>
                  </a:lnTo>
                  <a:lnTo>
                    <a:pt x="3184588" y="298754"/>
                  </a:lnTo>
                  <a:lnTo>
                    <a:pt x="3170224" y="342239"/>
                  </a:lnTo>
                  <a:lnTo>
                    <a:pt x="3160191" y="386930"/>
                  </a:lnTo>
                  <a:lnTo>
                    <a:pt x="3154578" y="432396"/>
                  </a:lnTo>
                  <a:lnTo>
                    <a:pt x="3153321" y="466725"/>
                  </a:lnTo>
                  <a:lnTo>
                    <a:pt x="3153460" y="478180"/>
                  </a:lnTo>
                  <a:lnTo>
                    <a:pt x="3156826" y="523862"/>
                  </a:lnTo>
                  <a:lnTo>
                    <a:pt x="3164662" y="568985"/>
                  </a:lnTo>
                  <a:lnTo>
                    <a:pt x="3176879" y="613130"/>
                  </a:lnTo>
                  <a:lnTo>
                    <a:pt x="3193364" y="655866"/>
                  </a:lnTo>
                  <a:lnTo>
                    <a:pt x="3213951" y="696772"/>
                  </a:lnTo>
                  <a:lnTo>
                    <a:pt x="3238462" y="735469"/>
                  </a:lnTo>
                  <a:lnTo>
                    <a:pt x="3266643" y="771575"/>
                  </a:lnTo>
                  <a:lnTo>
                    <a:pt x="3298228" y="804748"/>
                  </a:lnTo>
                  <a:lnTo>
                    <a:pt x="3332899" y="834669"/>
                  </a:lnTo>
                  <a:lnTo>
                    <a:pt x="3370351" y="861034"/>
                  </a:lnTo>
                  <a:lnTo>
                    <a:pt x="3410204" y="883615"/>
                  </a:lnTo>
                  <a:lnTo>
                    <a:pt x="3452076" y="902169"/>
                  </a:lnTo>
                  <a:lnTo>
                    <a:pt x="3495560" y="916546"/>
                  </a:lnTo>
                  <a:lnTo>
                    <a:pt x="3540252" y="926579"/>
                  </a:lnTo>
                  <a:lnTo>
                    <a:pt x="3585718" y="932180"/>
                  </a:lnTo>
                  <a:lnTo>
                    <a:pt x="3620046" y="933450"/>
                  </a:lnTo>
                  <a:lnTo>
                    <a:pt x="3631501" y="933310"/>
                  </a:lnTo>
                  <a:lnTo>
                    <a:pt x="3677183" y="929932"/>
                  </a:lnTo>
                  <a:lnTo>
                    <a:pt x="3722306" y="922108"/>
                  </a:lnTo>
                  <a:lnTo>
                    <a:pt x="3766451" y="909891"/>
                  </a:lnTo>
                  <a:lnTo>
                    <a:pt x="3809187" y="893406"/>
                  </a:lnTo>
                  <a:lnTo>
                    <a:pt x="3850094" y="872807"/>
                  </a:lnTo>
                  <a:lnTo>
                    <a:pt x="3888790" y="848309"/>
                  </a:lnTo>
                  <a:lnTo>
                    <a:pt x="3924897" y="820127"/>
                  </a:lnTo>
                  <a:lnTo>
                    <a:pt x="3958069" y="788543"/>
                  </a:lnTo>
                  <a:lnTo>
                    <a:pt x="3987990" y="753859"/>
                  </a:lnTo>
                  <a:lnTo>
                    <a:pt x="4014355" y="716419"/>
                  </a:lnTo>
                  <a:lnTo>
                    <a:pt x="4036936" y="676567"/>
                  </a:lnTo>
                  <a:lnTo>
                    <a:pt x="4055503" y="634695"/>
                  </a:lnTo>
                  <a:lnTo>
                    <a:pt x="4069867" y="591197"/>
                  </a:lnTo>
                  <a:lnTo>
                    <a:pt x="4079900" y="546506"/>
                  </a:lnTo>
                  <a:lnTo>
                    <a:pt x="4085501" y="501053"/>
                  </a:lnTo>
                  <a:lnTo>
                    <a:pt x="4086771" y="466725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10425236" y="4012617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10892231" y="1247396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14044078" y="1249674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14041424" y="1247767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10892233" y="3098217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13519729" y="5350000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10443565" y="5422188"/>
              <a:ext cx="4085590" cy="4631690"/>
            </a:xfrm>
            <a:custGeom>
              <a:rect b="b" l="l" r="r" t="t"/>
              <a:pathLst>
                <a:path extrusionOk="0" h="4631690" w="4085590">
                  <a:moveTo>
                    <a:pt x="933450" y="4164812"/>
                  </a:moveTo>
                  <a:lnTo>
                    <a:pt x="931202" y="4119067"/>
                  </a:lnTo>
                  <a:lnTo>
                    <a:pt x="924483" y="4073753"/>
                  </a:lnTo>
                  <a:lnTo>
                    <a:pt x="913358" y="4029329"/>
                  </a:lnTo>
                  <a:lnTo>
                    <a:pt x="897928" y="3986199"/>
                  </a:lnTo>
                  <a:lnTo>
                    <a:pt x="878344" y="3944797"/>
                  </a:lnTo>
                  <a:lnTo>
                    <a:pt x="854798" y="3905516"/>
                  </a:lnTo>
                  <a:lnTo>
                    <a:pt x="827506" y="3868724"/>
                  </a:lnTo>
                  <a:lnTo>
                    <a:pt x="796747" y="3834790"/>
                  </a:lnTo>
                  <a:lnTo>
                    <a:pt x="762812" y="3804031"/>
                  </a:lnTo>
                  <a:lnTo>
                    <a:pt x="726020" y="3776738"/>
                  </a:lnTo>
                  <a:lnTo>
                    <a:pt x="686739" y="3753193"/>
                  </a:lnTo>
                  <a:lnTo>
                    <a:pt x="645337" y="3733609"/>
                  </a:lnTo>
                  <a:lnTo>
                    <a:pt x="602208" y="3718179"/>
                  </a:lnTo>
                  <a:lnTo>
                    <a:pt x="557784" y="3707053"/>
                  </a:lnTo>
                  <a:lnTo>
                    <a:pt x="512470" y="3700335"/>
                  </a:lnTo>
                  <a:lnTo>
                    <a:pt x="466725" y="3698087"/>
                  </a:lnTo>
                  <a:lnTo>
                    <a:pt x="455269" y="3698227"/>
                  </a:lnTo>
                  <a:lnTo>
                    <a:pt x="409587" y="3701592"/>
                  </a:lnTo>
                  <a:lnTo>
                    <a:pt x="364464" y="3709428"/>
                  </a:lnTo>
                  <a:lnTo>
                    <a:pt x="320319" y="3721646"/>
                  </a:lnTo>
                  <a:lnTo>
                    <a:pt x="277583" y="3738130"/>
                  </a:lnTo>
                  <a:lnTo>
                    <a:pt x="236677" y="3758717"/>
                  </a:lnTo>
                  <a:lnTo>
                    <a:pt x="197980" y="3783228"/>
                  </a:lnTo>
                  <a:lnTo>
                    <a:pt x="161874" y="3811409"/>
                  </a:lnTo>
                  <a:lnTo>
                    <a:pt x="128701" y="3842994"/>
                  </a:lnTo>
                  <a:lnTo>
                    <a:pt x="98780" y="3877665"/>
                  </a:lnTo>
                  <a:lnTo>
                    <a:pt x="72415" y="3915118"/>
                  </a:lnTo>
                  <a:lnTo>
                    <a:pt x="49834" y="3954970"/>
                  </a:lnTo>
                  <a:lnTo>
                    <a:pt x="31280" y="3996842"/>
                  </a:lnTo>
                  <a:lnTo>
                    <a:pt x="16903" y="4040340"/>
                  </a:lnTo>
                  <a:lnTo>
                    <a:pt x="6870" y="4085018"/>
                  </a:lnTo>
                  <a:lnTo>
                    <a:pt x="1270" y="4130484"/>
                  </a:lnTo>
                  <a:lnTo>
                    <a:pt x="0" y="4164812"/>
                  </a:lnTo>
                  <a:lnTo>
                    <a:pt x="139" y="4176268"/>
                  </a:lnTo>
                  <a:lnTo>
                    <a:pt x="3517" y="4221950"/>
                  </a:lnTo>
                  <a:lnTo>
                    <a:pt x="11341" y="4267073"/>
                  </a:lnTo>
                  <a:lnTo>
                    <a:pt x="23558" y="4311218"/>
                  </a:lnTo>
                  <a:lnTo>
                    <a:pt x="40043" y="4353953"/>
                  </a:lnTo>
                  <a:lnTo>
                    <a:pt x="60642" y="4394860"/>
                  </a:lnTo>
                  <a:lnTo>
                    <a:pt x="85140" y="4433557"/>
                  </a:lnTo>
                  <a:lnTo>
                    <a:pt x="113322" y="4469663"/>
                  </a:lnTo>
                  <a:lnTo>
                    <a:pt x="144907" y="4502836"/>
                  </a:lnTo>
                  <a:lnTo>
                    <a:pt x="179590" y="4532757"/>
                  </a:lnTo>
                  <a:lnTo>
                    <a:pt x="217030" y="4559122"/>
                  </a:lnTo>
                  <a:lnTo>
                    <a:pt x="256882" y="4581703"/>
                  </a:lnTo>
                  <a:lnTo>
                    <a:pt x="298754" y="4600270"/>
                  </a:lnTo>
                  <a:lnTo>
                    <a:pt x="342252" y="4614634"/>
                  </a:lnTo>
                  <a:lnTo>
                    <a:pt x="386943" y="4624667"/>
                  </a:lnTo>
                  <a:lnTo>
                    <a:pt x="432396" y="4630267"/>
                  </a:lnTo>
                  <a:lnTo>
                    <a:pt x="466725" y="4631537"/>
                  </a:lnTo>
                  <a:lnTo>
                    <a:pt x="478180" y="4631398"/>
                  </a:lnTo>
                  <a:lnTo>
                    <a:pt x="523862" y="4628032"/>
                  </a:lnTo>
                  <a:lnTo>
                    <a:pt x="568985" y="4620196"/>
                  </a:lnTo>
                  <a:lnTo>
                    <a:pt x="613130" y="4607979"/>
                  </a:lnTo>
                  <a:lnTo>
                    <a:pt x="655866" y="4591494"/>
                  </a:lnTo>
                  <a:lnTo>
                    <a:pt x="696772" y="4570908"/>
                  </a:lnTo>
                  <a:lnTo>
                    <a:pt x="735469" y="4546397"/>
                  </a:lnTo>
                  <a:lnTo>
                    <a:pt x="771588" y="4518215"/>
                  </a:lnTo>
                  <a:lnTo>
                    <a:pt x="804760" y="4486630"/>
                  </a:lnTo>
                  <a:lnTo>
                    <a:pt x="834669" y="4451947"/>
                  </a:lnTo>
                  <a:lnTo>
                    <a:pt x="861047" y="4414507"/>
                  </a:lnTo>
                  <a:lnTo>
                    <a:pt x="883615" y="4374654"/>
                  </a:lnTo>
                  <a:lnTo>
                    <a:pt x="902182" y="4332783"/>
                  </a:lnTo>
                  <a:lnTo>
                    <a:pt x="916546" y="4289285"/>
                  </a:lnTo>
                  <a:lnTo>
                    <a:pt x="926579" y="4244606"/>
                  </a:lnTo>
                  <a:lnTo>
                    <a:pt x="932192" y="4199140"/>
                  </a:lnTo>
                  <a:lnTo>
                    <a:pt x="933450" y="4164812"/>
                  </a:lnTo>
                  <a:close/>
                </a:path>
                <a:path extrusionOk="0" h="4631690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55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98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43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38"/>
                  </a:lnTo>
                  <a:lnTo>
                    <a:pt x="256882" y="2733306"/>
                  </a:lnTo>
                  <a:lnTo>
                    <a:pt x="298754" y="2751874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36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511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63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210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4631690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78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52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01" y="217043"/>
                  </a:lnTo>
                  <a:lnTo>
                    <a:pt x="3201733" y="256882"/>
                  </a:lnTo>
                  <a:lnTo>
                    <a:pt x="3183166" y="298767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93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43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27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904"/>
                  </a:lnTo>
                  <a:lnTo>
                    <a:pt x="3807764" y="893419"/>
                  </a:lnTo>
                  <a:lnTo>
                    <a:pt x="3848671" y="872820"/>
                  </a:lnTo>
                  <a:lnTo>
                    <a:pt x="3887368" y="848321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7704320" y="5003766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10867865" y="6336754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10892233" y="8205869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6" name="Google Shape;396;p13"/>
          <p:cNvSpPr txBox="1"/>
          <p:nvPr/>
        </p:nvSpPr>
        <p:spPr>
          <a:xfrm>
            <a:off x="1397411" y="3989914"/>
            <a:ext cx="52032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Deletes one or more Files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13127466" y="-80863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8" name="Google Shape;3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593527"/>
            <a:ext cx="7998029" cy="269347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3"/>
          <p:cNvSpPr txBox="1"/>
          <p:nvPr/>
        </p:nvSpPr>
        <p:spPr>
          <a:xfrm>
            <a:off x="13116219" y="4972012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0" name="Google Shape;400;p13"/>
          <p:cNvSpPr txBox="1"/>
          <p:nvPr/>
        </p:nvSpPr>
        <p:spPr>
          <a:xfrm>
            <a:off x="16623227" y="3132430"/>
            <a:ext cx="1272540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88900" lvl="0" marL="12700" marR="5080" rtl="0" algn="l">
              <a:lnSpc>
                <a:spcPct val="75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 for Deletion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3389007" y="3132430"/>
            <a:ext cx="1272540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88900" lvl="0" marL="12700" marR="5080" rtl="0" algn="l">
              <a:lnSpc>
                <a:spcPct val="75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 for Deletion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2" name="Google Shape;402;p13"/>
          <p:cNvSpPr txBox="1"/>
          <p:nvPr/>
        </p:nvSpPr>
        <p:spPr>
          <a:xfrm>
            <a:off x="1058599" y="8477875"/>
            <a:ext cx="5856300" cy="17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rm File1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rm File1 File2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3985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windows: del file1 file2 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RM - RF</a:t>
            </a:r>
            <a:endParaRPr/>
          </a:p>
        </p:txBody>
      </p:sp>
      <p:grpSp>
        <p:nvGrpSpPr>
          <p:cNvPr id="408" name="Google Shape;408;p14"/>
          <p:cNvGrpSpPr/>
          <p:nvPr/>
        </p:nvGrpSpPr>
        <p:grpSpPr>
          <a:xfrm>
            <a:off x="7704320" y="0"/>
            <a:ext cx="10583678" cy="10286999"/>
            <a:chOff x="7704320" y="0"/>
            <a:chExt cx="10583678" cy="10286999"/>
          </a:xfrm>
        </p:grpSpPr>
        <p:pic>
          <p:nvPicPr>
            <p:cNvPr id="409" name="Google Shape;40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08575" y="0"/>
              <a:ext cx="10579423" cy="10286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14"/>
            <p:cNvSpPr/>
            <p:nvPr/>
          </p:nvSpPr>
          <p:spPr>
            <a:xfrm>
              <a:off x="13510257" y="242351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10425227" y="314540"/>
              <a:ext cx="4085590" cy="2783205"/>
            </a:xfrm>
            <a:custGeom>
              <a:rect b="b" l="l" r="r" t="t"/>
              <a:pathLst>
                <a:path extrusionOk="0" h="2783205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85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31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61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23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85" y="2722499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198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2783205" w="4085590">
                  <a:moveTo>
                    <a:pt x="4085348" y="2316416"/>
                  </a:moveTo>
                  <a:lnTo>
                    <a:pt x="4083100" y="2270671"/>
                  </a:lnTo>
                  <a:lnTo>
                    <a:pt x="4076382" y="2225357"/>
                  </a:lnTo>
                  <a:lnTo>
                    <a:pt x="4065257" y="2180933"/>
                  </a:lnTo>
                  <a:lnTo>
                    <a:pt x="4049826" y="2137803"/>
                  </a:lnTo>
                  <a:lnTo>
                    <a:pt x="4030243" y="2096401"/>
                  </a:lnTo>
                  <a:lnTo>
                    <a:pt x="4006697" y="2057120"/>
                  </a:lnTo>
                  <a:lnTo>
                    <a:pt x="3979405" y="2020328"/>
                  </a:lnTo>
                  <a:lnTo>
                    <a:pt x="3948646" y="1986394"/>
                  </a:lnTo>
                  <a:lnTo>
                    <a:pt x="3914711" y="1955634"/>
                  </a:lnTo>
                  <a:lnTo>
                    <a:pt x="3877919" y="1928342"/>
                  </a:lnTo>
                  <a:lnTo>
                    <a:pt x="3838638" y="1904796"/>
                  </a:lnTo>
                  <a:lnTo>
                    <a:pt x="3797236" y="1885213"/>
                  </a:lnTo>
                  <a:lnTo>
                    <a:pt x="3754107" y="1869782"/>
                  </a:lnTo>
                  <a:lnTo>
                    <a:pt x="3709682" y="1858657"/>
                  </a:lnTo>
                  <a:lnTo>
                    <a:pt x="3664369" y="1851939"/>
                  </a:lnTo>
                  <a:lnTo>
                    <a:pt x="3618623" y="1849691"/>
                  </a:lnTo>
                  <a:lnTo>
                    <a:pt x="3607168" y="1849831"/>
                  </a:lnTo>
                  <a:lnTo>
                    <a:pt x="3561486" y="1853196"/>
                  </a:lnTo>
                  <a:lnTo>
                    <a:pt x="3516363" y="1861032"/>
                  </a:lnTo>
                  <a:lnTo>
                    <a:pt x="3472218" y="1873250"/>
                  </a:lnTo>
                  <a:lnTo>
                    <a:pt x="3429482" y="1889734"/>
                  </a:lnTo>
                  <a:lnTo>
                    <a:pt x="3388576" y="1910321"/>
                  </a:lnTo>
                  <a:lnTo>
                    <a:pt x="3349879" y="1934832"/>
                  </a:lnTo>
                  <a:lnTo>
                    <a:pt x="3313773" y="1963013"/>
                  </a:lnTo>
                  <a:lnTo>
                    <a:pt x="3280600" y="1994585"/>
                  </a:lnTo>
                  <a:lnTo>
                    <a:pt x="3250679" y="2029269"/>
                  </a:lnTo>
                  <a:lnTo>
                    <a:pt x="3224314" y="2066721"/>
                  </a:lnTo>
                  <a:lnTo>
                    <a:pt x="3201733" y="2106574"/>
                  </a:lnTo>
                  <a:lnTo>
                    <a:pt x="3183166" y="2148446"/>
                  </a:lnTo>
                  <a:lnTo>
                    <a:pt x="3168802" y="2191931"/>
                  </a:lnTo>
                  <a:lnTo>
                    <a:pt x="3158769" y="2236622"/>
                  </a:lnTo>
                  <a:lnTo>
                    <a:pt x="3153168" y="2282088"/>
                  </a:lnTo>
                  <a:lnTo>
                    <a:pt x="3151898" y="2316416"/>
                  </a:lnTo>
                  <a:lnTo>
                    <a:pt x="3152038" y="2327872"/>
                  </a:lnTo>
                  <a:lnTo>
                    <a:pt x="3155404" y="2373553"/>
                  </a:lnTo>
                  <a:lnTo>
                    <a:pt x="3163239" y="2418677"/>
                  </a:lnTo>
                  <a:lnTo>
                    <a:pt x="3175457" y="2462822"/>
                  </a:lnTo>
                  <a:lnTo>
                    <a:pt x="3191941" y="2505557"/>
                  </a:lnTo>
                  <a:lnTo>
                    <a:pt x="3212528" y="2546464"/>
                  </a:lnTo>
                  <a:lnTo>
                    <a:pt x="3237039" y="2585161"/>
                  </a:lnTo>
                  <a:lnTo>
                    <a:pt x="3265220" y="2621267"/>
                  </a:lnTo>
                  <a:lnTo>
                    <a:pt x="3296805" y="2654439"/>
                  </a:lnTo>
                  <a:lnTo>
                    <a:pt x="3331476" y="2684361"/>
                  </a:lnTo>
                  <a:lnTo>
                    <a:pt x="3368929" y="2710726"/>
                  </a:lnTo>
                  <a:lnTo>
                    <a:pt x="3408781" y="2733306"/>
                  </a:lnTo>
                  <a:lnTo>
                    <a:pt x="3450653" y="2751861"/>
                  </a:lnTo>
                  <a:lnTo>
                    <a:pt x="3494151" y="2766237"/>
                  </a:lnTo>
                  <a:lnTo>
                    <a:pt x="3538829" y="2776270"/>
                  </a:lnTo>
                  <a:lnTo>
                    <a:pt x="3584295" y="2781871"/>
                  </a:lnTo>
                  <a:lnTo>
                    <a:pt x="3618623" y="2783141"/>
                  </a:lnTo>
                  <a:lnTo>
                    <a:pt x="3630079" y="2783001"/>
                  </a:lnTo>
                  <a:lnTo>
                    <a:pt x="3675761" y="2779623"/>
                  </a:lnTo>
                  <a:lnTo>
                    <a:pt x="3720884" y="2771800"/>
                  </a:lnTo>
                  <a:lnTo>
                    <a:pt x="3765029" y="2759583"/>
                  </a:lnTo>
                  <a:lnTo>
                    <a:pt x="3807764" y="2743098"/>
                  </a:lnTo>
                  <a:lnTo>
                    <a:pt x="3848671" y="2722499"/>
                  </a:lnTo>
                  <a:lnTo>
                    <a:pt x="3887368" y="2698000"/>
                  </a:lnTo>
                  <a:lnTo>
                    <a:pt x="3923474" y="2669819"/>
                  </a:lnTo>
                  <a:lnTo>
                    <a:pt x="3956647" y="2638234"/>
                  </a:lnTo>
                  <a:lnTo>
                    <a:pt x="3986568" y="2603550"/>
                  </a:lnTo>
                  <a:lnTo>
                    <a:pt x="4012946" y="2566111"/>
                  </a:lnTo>
                  <a:lnTo>
                    <a:pt x="4035514" y="2526258"/>
                  </a:lnTo>
                  <a:lnTo>
                    <a:pt x="4054081" y="2484386"/>
                  </a:lnTo>
                  <a:lnTo>
                    <a:pt x="4068445" y="2440889"/>
                  </a:lnTo>
                  <a:lnTo>
                    <a:pt x="4078478" y="2396198"/>
                  </a:lnTo>
                  <a:lnTo>
                    <a:pt x="4084078" y="2350744"/>
                  </a:lnTo>
                  <a:lnTo>
                    <a:pt x="4085348" y="2316416"/>
                  </a:lnTo>
                  <a:close/>
                </a:path>
                <a:path extrusionOk="0" h="2783205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22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78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14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93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82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27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``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16730451" y="2164222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10425236" y="401261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10892231" y="1247396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14044078" y="1249672"/>
              <a:ext cx="0" cy="915035"/>
            </a:xfrm>
            <a:custGeom>
              <a:rect b="b" l="l" r="r" t="t"/>
              <a:pathLst>
                <a:path extrusionOk="0" h="915035" w="120000">
                  <a:moveTo>
                    <a:pt x="0" y="9144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14041424" y="1247764"/>
              <a:ext cx="3155950" cy="916940"/>
            </a:xfrm>
            <a:custGeom>
              <a:rect b="b" l="l" r="r" t="t"/>
              <a:pathLst>
                <a:path extrusionOk="0" h="916939" w="3155950">
                  <a:moveTo>
                    <a:pt x="3155891" y="916437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10892233" y="3098214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4"/>
            <p:cNvSpPr/>
            <p:nvPr/>
          </p:nvSpPr>
          <p:spPr>
            <a:xfrm>
              <a:off x="13519729" y="5349998"/>
              <a:ext cx="1076325" cy="1076325"/>
            </a:xfrm>
            <a:custGeom>
              <a:rect b="b" l="l" r="r" t="t"/>
              <a:pathLst>
                <a:path extrusionOk="0" h="1076325" w="1076325">
                  <a:moveTo>
                    <a:pt x="538162" y="1076324"/>
                  </a:moveTo>
                  <a:lnTo>
                    <a:pt x="498576" y="1074867"/>
                  </a:lnTo>
                  <a:lnTo>
                    <a:pt x="459197" y="1070500"/>
                  </a:lnTo>
                  <a:lnTo>
                    <a:pt x="420246" y="1063247"/>
                  </a:lnTo>
                  <a:lnTo>
                    <a:pt x="381942" y="1053151"/>
                  </a:lnTo>
                  <a:lnTo>
                    <a:pt x="344484" y="1040265"/>
                  </a:lnTo>
                  <a:lnTo>
                    <a:pt x="308068" y="1024655"/>
                  </a:lnTo>
                  <a:lnTo>
                    <a:pt x="272899" y="1006408"/>
                  </a:lnTo>
                  <a:lnTo>
                    <a:pt x="239175" y="985628"/>
                  </a:lnTo>
                  <a:lnTo>
                    <a:pt x="207070" y="962423"/>
                  </a:lnTo>
                  <a:lnTo>
                    <a:pt x="176754" y="936914"/>
                  </a:lnTo>
                  <a:lnTo>
                    <a:pt x="148396" y="909244"/>
                  </a:lnTo>
                  <a:lnTo>
                    <a:pt x="122157" y="879569"/>
                  </a:lnTo>
                  <a:lnTo>
                    <a:pt x="98171" y="848044"/>
                  </a:lnTo>
                  <a:lnTo>
                    <a:pt x="76564" y="814833"/>
                  </a:lnTo>
                  <a:lnTo>
                    <a:pt x="57460" y="780122"/>
                  </a:lnTo>
                  <a:lnTo>
                    <a:pt x="40965" y="744108"/>
                  </a:lnTo>
                  <a:lnTo>
                    <a:pt x="27163" y="706977"/>
                  </a:lnTo>
                  <a:lnTo>
                    <a:pt x="16127" y="668925"/>
                  </a:lnTo>
                  <a:lnTo>
                    <a:pt x="7922" y="630163"/>
                  </a:lnTo>
                  <a:lnTo>
                    <a:pt x="2591" y="590911"/>
                  </a:lnTo>
                  <a:lnTo>
                    <a:pt x="161" y="551373"/>
                  </a:lnTo>
                  <a:lnTo>
                    <a:pt x="0" y="538162"/>
                  </a:lnTo>
                  <a:lnTo>
                    <a:pt x="161" y="524951"/>
                  </a:lnTo>
                  <a:lnTo>
                    <a:pt x="2591" y="485413"/>
                  </a:lnTo>
                  <a:lnTo>
                    <a:pt x="7922" y="446161"/>
                  </a:lnTo>
                  <a:lnTo>
                    <a:pt x="16127" y="407399"/>
                  </a:lnTo>
                  <a:lnTo>
                    <a:pt x="27163" y="369346"/>
                  </a:lnTo>
                  <a:lnTo>
                    <a:pt x="40965" y="332216"/>
                  </a:lnTo>
                  <a:lnTo>
                    <a:pt x="57460" y="296201"/>
                  </a:lnTo>
                  <a:lnTo>
                    <a:pt x="76564" y="261491"/>
                  </a:lnTo>
                  <a:lnTo>
                    <a:pt x="98171" y="228280"/>
                  </a:lnTo>
                  <a:lnTo>
                    <a:pt x="122157" y="196755"/>
                  </a:lnTo>
                  <a:lnTo>
                    <a:pt x="148396" y="167080"/>
                  </a:lnTo>
                  <a:lnTo>
                    <a:pt x="176754" y="139410"/>
                  </a:lnTo>
                  <a:lnTo>
                    <a:pt x="207070" y="113901"/>
                  </a:lnTo>
                  <a:lnTo>
                    <a:pt x="239175" y="90696"/>
                  </a:lnTo>
                  <a:lnTo>
                    <a:pt x="272899" y="69916"/>
                  </a:lnTo>
                  <a:lnTo>
                    <a:pt x="308068" y="51669"/>
                  </a:lnTo>
                  <a:lnTo>
                    <a:pt x="344484" y="36059"/>
                  </a:lnTo>
                  <a:lnTo>
                    <a:pt x="381942" y="23173"/>
                  </a:lnTo>
                  <a:lnTo>
                    <a:pt x="420246" y="13076"/>
                  </a:lnTo>
                  <a:lnTo>
                    <a:pt x="459197" y="5824"/>
                  </a:lnTo>
                  <a:lnTo>
                    <a:pt x="498576" y="1457"/>
                  </a:lnTo>
                  <a:lnTo>
                    <a:pt x="538162" y="0"/>
                  </a:lnTo>
                  <a:lnTo>
                    <a:pt x="551373" y="161"/>
                  </a:lnTo>
                  <a:lnTo>
                    <a:pt x="590911" y="2591"/>
                  </a:lnTo>
                  <a:lnTo>
                    <a:pt x="630163" y="7922"/>
                  </a:lnTo>
                  <a:lnTo>
                    <a:pt x="668925" y="16127"/>
                  </a:lnTo>
                  <a:lnTo>
                    <a:pt x="706978" y="27163"/>
                  </a:lnTo>
                  <a:lnTo>
                    <a:pt x="744108" y="40965"/>
                  </a:lnTo>
                  <a:lnTo>
                    <a:pt x="780123" y="57460"/>
                  </a:lnTo>
                  <a:lnTo>
                    <a:pt x="814833" y="76564"/>
                  </a:lnTo>
                  <a:lnTo>
                    <a:pt x="848044" y="98171"/>
                  </a:lnTo>
                  <a:lnTo>
                    <a:pt x="879569" y="122157"/>
                  </a:lnTo>
                  <a:lnTo>
                    <a:pt x="909244" y="148396"/>
                  </a:lnTo>
                  <a:lnTo>
                    <a:pt x="936914" y="176754"/>
                  </a:lnTo>
                  <a:lnTo>
                    <a:pt x="962423" y="207070"/>
                  </a:lnTo>
                  <a:lnTo>
                    <a:pt x="985628" y="239175"/>
                  </a:lnTo>
                  <a:lnTo>
                    <a:pt x="1006408" y="272899"/>
                  </a:lnTo>
                  <a:lnTo>
                    <a:pt x="1024655" y="308068"/>
                  </a:lnTo>
                  <a:lnTo>
                    <a:pt x="1040265" y="344484"/>
                  </a:lnTo>
                  <a:lnTo>
                    <a:pt x="1053151" y="381942"/>
                  </a:lnTo>
                  <a:lnTo>
                    <a:pt x="1063248" y="420246"/>
                  </a:lnTo>
                  <a:lnTo>
                    <a:pt x="1070500" y="459197"/>
                  </a:lnTo>
                  <a:lnTo>
                    <a:pt x="1074867" y="498576"/>
                  </a:lnTo>
                  <a:lnTo>
                    <a:pt x="1076324" y="538162"/>
                  </a:lnTo>
                  <a:lnTo>
                    <a:pt x="1076162" y="551373"/>
                  </a:lnTo>
                  <a:lnTo>
                    <a:pt x="1073733" y="590911"/>
                  </a:lnTo>
                  <a:lnTo>
                    <a:pt x="1068402" y="630163"/>
                  </a:lnTo>
                  <a:lnTo>
                    <a:pt x="1060197" y="668925"/>
                  </a:lnTo>
                  <a:lnTo>
                    <a:pt x="1049161" y="706978"/>
                  </a:lnTo>
                  <a:lnTo>
                    <a:pt x="1035359" y="744108"/>
                  </a:lnTo>
                  <a:lnTo>
                    <a:pt x="1018864" y="780122"/>
                  </a:lnTo>
                  <a:lnTo>
                    <a:pt x="999760" y="814833"/>
                  </a:lnTo>
                  <a:lnTo>
                    <a:pt x="978153" y="848044"/>
                  </a:lnTo>
                  <a:lnTo>
                    <a:pt x="954167" y="879569"/>
                  </a:lnTo>
                  <a:lnTo>
                    <a:pt x="927927" y="909244"/>
                  </a:lnTo>
                  <a:lnTo>
                    <a:pt x="899570" y="936914"/>
                  </a:lnTo>
                  <a:lnTo>
                    <a:pt x="869253" y="962423"/>
                  </a:lnTo>
                  <a:lnTo>
                    <a:pt x="837149" y="985628"/>
                  </a:lnTo>
                  <a:lnTo>
                    <a:pt x="803425" y="1006408"/>
                  </a:lnTo>
                  <a:lnTo>
                    <a:pt x="768256" y="1024655"/>
                  </a:lnTo>
                  <a:lnTo>
                    <a:pt x="731840" y="1040265"/>
                  </a:lnTo>
                  <a:lnTo>
                    <a:pt x="694382" y="1053151"/>
                  </a:lnTo>
                  <a:lnTo>
                    <a:pt x="656078" y="1063247"/>
                  </a:lnTo>
                  <a:lnTo>
                    <a:pt x="617127" y="1070500"/>
                  </a:lnTo>
                  <a:lnTo>
                    <a:pt x="577748" y="1074867"/>
                  </a:lnTo>
                  <a:lnTo>
                    <a:pt x="538162" y="1076324"/>
                  </a:lnTo>
                  <a:close/>
                </a:path>
              </a:pathLst>
            </a:custGeom>
            <a:solidFill>
              <a:srgbClr val="8B5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4"/>
            <p:cNvSpPr/>
            <p:nvPr/>
          </p:nvSpPr>
          <p:spPr>
            <a:xfrm>
              <a:off x="10443565" y="5422188"/>
              <a:ext cx="4085590" cy="4631690"/>
            </a:xfrm>
            <a:custGeom>
              <a:rect b="b" l="l" r="r" t="t"/>
              <a:pathLst>
                <a:path extrusionOk="0" h="4631690" w="4085590">
                  <a:moveTo>
                    <a:pt x="933450" y="4164812"/>
                  </a:moveTo>
                  <a:lnTo>
                    <a:pt x="931202" y="4119067"/>
                  </a:lnTo>
                  <a:lnTo>
                    <a:pt x="924483" y="4073753"/>
                  </a:lnTo>
                  <a:lnTo>
                    <a:pt x="913358" y="4029329"/>
                  </a:lnTo>
                  <a:lnTo>
                    <a:pt x="897928" y="3986199"/>
                  </a:lnTo>
                  <a:lnTo>
                    <a:pt x="878344" y="3944797"/>
                  </a:lnTo>
                  <a:lnTo>
                    <a:pt x="854798" y="3905516"/>
                  </a:lnTo>
                  <a:lnTo>
                    <a:pt x="827506" y="3868724"/>
                  </a:lnTo>
                  <a:lnTo>
                    <a:pt x="796747" y="3834790"/>
                  </a:lnTo>
                  <a:lnTo>
                    <a:pt x="762812" y="3804031"/>
                  </a:lnTo>
                  <a:lnTo>
                    <a:pt x="726020" y="3776738"/>
                  </a:lnTo>
                  <a:lnTo>
                    <a:pt x="686739" y="3753193"/>
                  </a:lnTo>
                  <a:lnTo>
                    <a:pt x="645337" y="3733609"/>
                  </a:lnTo>
                  <a:lnTo>
                    <a:pt x="602208" y="3718179"/>
                  </a:lnTo>
                  <a:lnTo>
                    <a:pt x="557784" y="3707053"/>
                  </a:lnTo>
                  <a:lnTo>
                    <a:pt x="512470" y="3700335"/>
                  </a:lnTo>
                  <a:lnTo>
                    <a:pt x="466725" y="3698087"/>
                  </a:lnTo>
                  <a:lnTo>
                    <a:pt x="455269" y="3698227"/>
                  </a:lnTo>
                  <a:lnTo>
                    <a:pt x="409587" y="3701592"/>
                  </a:lnTo>
                  <a:lnTo>
                    <a:pt x="364464" y="3709428"/>
                  </a:lnTo>
                  <a:lnTo>
                    <a:pt x="320319" y="3721646"/>
                  </a:lnTo>
                  <a:lnTo>
                    <a:pt x="277583" y="3738130"/>
                  </a:lnTo>
                  <a:lnTo>
                    <a:pt x="236677" y="3758717"/>
                  </a:lnTo>
                  <a:lnTo>
                    <a:pt x="197980" y="3783228"/>
                  </a:lnTo>
                  <a:lnTo>
                    <a:pt x="161874" y="3811409"/>
                  </a:lnTo>
                  <a:lnTo>
                    <a:pt x="128701" y="3842982"/>
                  </a:lnTo>
                  <a:lnTo>
                    <a:pt x="98780" y="3877665"/>
                  </a:lnTo>
                  <a:lnTo>
                    <a:pt x="72415" y="3915118"/>
                  </a:lnTo>
                  <a:lnTo>
                    <a:pt x="49834" y="3954970"/>
                  </a:lnTo>
                  <a:lnTo>
                    <a:pt x="31280" y="3996842"/>
                  </a:lnTo>
                  <a:lnTo>
                    <a:pt x="16903" y="4040327"/>
                  </a:lnTo>
                  <a:lnTo>
                    <a:pt x="6870" y="4085018"/>
                  </a:lnTo>
                  <a:lnTo>
                    <a:pt x="1270" y="4130484"/>
                  </a:lnTo>
                  <a:lnTo>
                    <a:pt x="0" y="4164812"/>
                  </a:lnTo>
                  <a:lnTo>
                    <a:pt x="139" y="4176268"/>
                  </a:lnTo>
                  <a:lnTo>
                    <a:pt x="3517" y="4221950"/>
                  </a:lnTo>
                  <a:lnTo>
                    <a:pt x="11341" y="4267073"/>
                  </a:lnTo>
                  <a:lnTo>
                    <a:pt x="23558" y="4311218"/>
                  </a:lnTo>
                  <a:lnTo>
                    <a:pt x="40043" y="4353953"/>
                  </a:lnTo>
                  <a:lnTo>
                    <a:pt x="60642" y="4394860"/>
                  </a:lnTo>
                  <a:lnTo>
                    <a:pt x="85140" y="4433557"/>
                  </a:lnTo>
                  <a:lnTo>
                    <a:pt x="113322" y="4469663"/>
                  </a:lnTo>
                  <a:lnTo>
                    <a:pt x="144907" y="4502836"/>
                  </a:lnTo>
                  <a:lnTo>
                    <a:pt x="179590" y="4532757"/>
                  </a:lnTo>
                  <a:lnTo>
                    <a:pt x="217030" y="4559122"/>
                  </a:lnTo>
                  <a:lnTo>
                    <a:pt x="256882" y="4581703"/>
                  </a:lnTo>
                  <a:lnTo>
                    <a:pt x="298754" y="4600257"/>
                  </a:lnTo>
                  <a:lnTo>
                    <a:pt x="342252" y="4614634"/>
                  </a:lnTo>
                  <a:lnTo>
                    <a:pt x="386943" y="4624667"/>
                  </a:lnTo>
                  <a:lnTo>
                    <a:pt x="432396" y="4630267"/>
                  </a:lnTo>
                  <a:lnTo>
                    <a:pt x="466725" y="4631537"/>
                  </a:lnTo>
                  <a:lnTo>
                    <a:pt x="478180" y="4631398"/>
                  </a:lnTo>
                  <a:lnTo>
                    <a:pt x="523862" y="4628019"/>
                  </a:lnTo>
                  <a:lnTo>
                    <a:pt x="568985" y="4620196"/>
                  </a:lnTo>
                  <a:lnTo>
                    <a:pt x="613130" y="4607979"/>
                  </a:lnTo>
                  <a:lnTo>
                    <a:pt x="655866" y="4591494"/>
                  </a:lnTo>
                  <a:lnTo>
                    <a:pt x="696772" y="4570895"/>
                  </a:lnTo>
                  <a:lnTo>
                    <a:pt x="735469" y="4546397"/>
                  </a:lnTo>
                  <a:lnTo>
                    <a:pt x="771588" y="4518215"/>
                  </a:lnTo>
                  <a:lnTo>
                    <a:pt x="804760" y="4486630"/>
                  </a:lnTo>
                  <a:lnTo>
                    <a:pt x="834669" y="4451947"/>
                  </a:lnTo>
                  <a:lnTo>
                    <a:pt x="861047" y="4414507"/>
                  </a:lnTo>
                  <a:lnTo>
                    <a:pt x="883615" y="4374654"/>
                  </a:lnTo>
                  <a:lnTo>
                    <a:pt x="902182" y="4332783"/>
                  </a:lnTo>
                  <a:lnTo>
                    <a:pt x="916546" y="4289285"/>
                  </a:lnTo>
                  <a:lnTo>
                    <a:pt x="926579" y="4244594"/>
                  </a:lnTo>
                  <a:lnTo>
                    <a:pt x="932192" y="4199140"/>
                  </a:lnTo>
                  <a:lnTo>
                    <a:pt x="933450" y="4164812"/>
                  </a:lnTo>
                  <a:close/>
                </a:path>
                <a:path extrusionOk="0" h="4631690" w="4085590">
                  <a:moveTo>
                    <a:pt x="933450" y="2316416"/>
                  </a:moveTo>
                  <a:lnTo>
                    <a:pt x="931202" y="2270671"/>
                  </a:lnTo>
                  <a:lnTo>
                    <a:pt x="924483" y="2225357"/>
                  </a:lnTo>
                  <a:lnTo>
                    <a:pt x="913358" y="2180933"/>
                  </a:lnTo>
                  <a:lnTo>
                    <a:pt x="897928" y="2137803"/>
                  </a:lnTo>
                  <a:lnTo>
                    <a:pt x="878344" y="2096401"/>
                  </a:lnTo>
                  <a:lnTo>
                    <a:pt x="854798" y="2057120"/>
                  </a:lnTo>
                  <a:lnTo>
                    <a:pt x="827506" y="2020328"/>
                  </a:lnTo>
                  <a:lnTo>
                    <a:pt x="796747" y="1986394"/>
                  </a:lnTo>
                  <a:lnTo>
                    <a:pt x="762812" y="1955634"/>
                  </a:lnTo>
                  <a:lnTo>
                    <a:pt x="726020" y="1928342"/>
                  </a:lnTo>
                  <a:lnTo>
                    <a:pt x="686739" y="1904796"/>
                  </a:lnTo>
                  <a:lnTo>
                    <a:pt x="645337" y="1885213"/>
                  </a:lnTo>
                  <a:lnTo>
                    <a:pt x="602208" y="1869782"/>
                  </a:lnTo>
                  <a:lnTo>
                    <a:pt x="557784" y="1858657"/>
                  </a:lnTo>
                  <a:lnTo>
                    <a:pt x="512470" y="1851939"/>
                  </a:lnTo>
                  <a:lnTo>
                    <a:pt x="466725" y="1849691"/>
                  </a:lnTo>
                  <a:lnTo>
                    <a:pt x="455269" y="1849831"/>
                  </a:lnTo>
                  <a:lnTo>
                    <a:pt x="409587" y="1853196"/>
                  </a:lnTo>
                  <a:lnTo>
                    <a:pt x="364464" y="1861032"/>
                  </a:lnTo>
                  <a:lnTo>
                    <a:pt x="320319" y="1873250"/>
                  </a:lnTo>
                  <a:lnTo>
                    <a:pt x="277583" y="1889734"/>
                  </a:lnTo>
                  <a:lnTo>
                    <a:pt x="236677" y="1910321"/>
                  </a:lnTo>
                  <a:lnTo>
                    <a:pt x="197980" y="1934832"/>
                  </a:lnTo>
                  <a:lnTo>
                    <a:pt x="161874" y="1963013"/>
                  </a:lnTo>
                  <a:lnTo>
                    <a:pt x="128701" y="1994598"/>
                  </a:lnTo>
                  <a:lnTo>
                    <a:pt x="98780" y="2029269"/>
                  </a:lnTo>
                  <a:lnTo>
                    <a:pt x="72415" y="2066721"/>
                  </a:lnTo>
                  <a:lnTo>
                    <a:pt x="49834" y="2106574"/>
                  </a:lnTo>
                  <a:lnTo>
                    <a:pt x="31280" y="2148446"/>
                  </a:lnTo>
                  <a:lnTo>
                    <a:pt x="16903" y="2191943"/>
                  </a:lnTo>
                  <a:lnTo>
                    <a:pt x="6870" y="2236622"/>
                  </a:lnTo>
                  <a:lnTo>
                    <a:pt x="1270" y="2282088"/>
                  </a:lnTo>
                  <a:lnTo>
                    <a:pt x="0" y="2316416"/>
                  </a:lnTo>
                  <a:lnTo>
                    <a:pt x="139" y="2327872"/>
                  </a:lnTo>
                  <a:lnTo>
                    <a:pt x="3517" y="2373553"/>
                  </a:lnTo>
                  <a:lnTo>
                    <a:pt x="11341" y="2418677"/>
                  </a:lnTo>
                  <a:lnTo>
                    <a:pt x="23558" y="2462822"/>
                  </a:lnTo>
                  <a:lnTo>
                    <a:pt x="40043" y="2505557"/>
                  </a:lnTo>
                  <a:lnTo>
                    <a:pt x="60642" y="2546464"/>
                  </a:lnTo>
                  <a:lnTo>
                    <a:pt x="85140" y="2585161"/>
                  </a:lnTo>
                  <a:lnTo>
                    <a:pt x="113322" y="2621267"/>
                  </a:lnTo>
                  <a:lnTo>
                    <a:pt x="144907" y="2654439"/>
                  </a:lnTo>
                  <a:lnTo>
                    <a:pt x="179590" y="2684361"/>
                  </a:lnTo>
                  <a:lnTo>
                    <a:pt x="217030" y="2710726"/>
                  </a:lnTo>
                  <a:lnTo>
                    <a:pt x="256882" y="2733306"/>
                  </a:lnTo>
                  <a:lnTo>
                    <a:pt x="298754" y="2751874"/>
                  </a:lnTo>
                  <a:lnTo>
                    <a:pt x="342252" y="2766237"/>
                  </a:lnTo>
                  <a:lnTo>
                    <a:pt x="386943" y="2776270"/>
                  </a:lnTo>
                  <a:lnTo>
                    <a:pt x="432396" y="2781871"/>
                  </a:lnTo>
                  <a:lnTo>
                    <a:pt x="466725" y="2783141"/>
                  </a:lnTo>
                  <a:lnTo>
                    <a:pt x="478180" y="2783001"/>
                  </a:lnTo>
                  <a:lnTo>
                    <a:pt x="523862" y="2779636"/>
                  </a:lnTo>
                  <a:lnTo>
                    <a:pt x="568985" y="2771800"/>
                  </a:lnTo>
                  <a:lnTo>
                    <a:pt x="613130" y="2759583"/>
                  </a:lnTo>
                  <a:lnTo>
                    <a:pt x="655866" y="2743098"/>
                  </a:lnTo>
                  <a:lnTo>
                    <a:pt x="696772" y="2722511"/>
                  </a:lnTo>
                  <a:lnTo>
                    <a:pt x="735469" y="2698000"/>
                  </a:lnTo>
                  <a:lnTo>
                    <a:pt x="771588" y="2669819"/>
                  </a:lnTo>
                  <a:lnTo>
                    <a:pt x="804760" y="2638234"/>
                  </a:lnTo>
                  <a:lnTo>
                    <a:pt x="834669" y="2603550"/>
                  </a:lnTo>
                  <a:lnTo>
                    <a:pt x="861047" y="2566111"/>
                  </a:lnTo>
                  <a:lnTo>
                    <a:pt x="883615" y="2526258"/>
                  </a:lnTo>
                  <a:lnTo>
                    <a:pt x="902182" y="2484386"/>
                  </a:lnTo>
                  <a:lnTo>
                    <a:pt x="916546" y="2440889"/>
                  </a:lnTo>
                  <a:lnTo>
                    <a:pt x="926579" y="2396210"/>
                  </a:lnTo>
                  <a:lnTo>
                    <a:pt x="932192" y="2350744"/>
                  </a:lnTo>
                  <a:lnTo>
                    <a:pt x="933450" y="2316416"/>
                  </a:lnTo>
                  <a:close/>
                </a:path>
                <a:path extrusionOk="0" h="4631690" w="4085590">
                  <a:moveTo>
                    <a:pt x="4085348" y="466725"/>
                  </a:moveTo>
                  <a:lnTo>
                    <a:pt x="4083100" y="420979"/>
                  </a:lnTo>
                  <a:lnTo>
                    <a:pt x="4076382" y="375678"/>
                  </a:lnTo>
                  <a:lnTo>
                    <a:pt x="4065257" y="331241"/>
                  </a:lnTo>
                  <a:lnTo>
                    <a:pt x="4049826" y="288124"/>
                  </a:lnTo>
                  <a:lnTo>
                    <a:pt x="4030243" y="246710"/>
                  </a:lnTo>
                  <a:lnTo>
                    <a:pt x="4006697" y="207429"/>
                  </a:lnTo>
                  <a:lnTo>
                    <a:pt x="3979405" y="170637"/>
                  </a:lnTo>
                  <a:lnTo>
                    <a:pt x="3948646" y="136702"/>
                  </a:lnTo>
                  <a:lnTo>
                    <a:pt x="3914711" y="105943"/>
                  </a:lnTo>
                  <a:lnTo>
                    <a:pt x="3877919" y="78663"/>
                  </a:lnTo>
                  <a:lnTo>
                    <a:pt x="3838638" y="55118"/>
                  </a:lnTo>
                  <a:lnTo>
                    <a:pt x="3797236" y="35534"/>
                  </a:lnTo>
                  <a:lnTo>
                    <a:pt x="3754107" y="20104"/>
                  </a:lnTo>
                  <a:lnTo>
                    <a:pt x="3709682" y="8966"/>
                  </a:lnTo>
                  <a:lnTo>
                    <a:pt x="3664369" y="2247"/>
                  </a:lnTo>
                  <a:lnTo>
                    <a:pt x="3618623" y="0"/>
                  </a:lnTo>
                  <a:lnTo>
                    <a:pt x="3607168" y="139"/>
                  </a:lnTo>
                  <a:lnTo>
                    <a:pt x="3561486" y="3517"/>
                  </a:lnTo>
                  <a:lnTo>
                    <a:pt x="3516363" y="11341"/>
                  </a:lnTo>
                  <a:lnTo>
                    <a:pt x="3472218" y="23558"/>
                  </a:lnTo>
                  <a:lnTo>
                    <a:pt x="3429482" y="40043"/>
                  </a:lnTo>
                  <a:lnTo>
                    <a:pt x="3388576" y="60642"/>
                  </a:lnTo>
                  <a:lnTo>
                    <a:pt x="3349879" y="85140"/>
                  </a:lnTo>
                  <a:lnTo>
                    <a:pt x="3313773" y="113322"/>
                  </a:lnTo>
                  <a:lnTo>
                    <a:pt x="3280600" y="144907"/>
                  </a:lnTo>
                  <a:lnTo>
                    <a:pt x="3250679" y="179590"/>
                  </a:lnTo>
                  <a:lnTo>
                    <a:pt x="3224301" y="217030"/>
                  </a:lnTo>
                  <a:lnTo>
                    <a:pt x="3201733" y="256882"/>
                  </a:lnTo>
                  <a:lnTo>
                    <a:pt x="3183166" y="298754"/>
                  </a:lnTo>
                  <a:lnTo>
                    <a:pt x="3168802" y="342252"/>
                  </a:lnTo>
                  <a:lnTo>
                    <a:pt x="3158769" y="386943"/>
                  </a:lnTo>
                  <a:lnTo>
                    <a:pt x="3153168" y="432396"/>
                  </a:lnTo>
                  <a:lnTo>
                    <a:pt x="3151898" y="466725"/>
                  </a:lnTo>
                  <a:lnTo>
                    <a:pt x="3152038" y="478180"/>
                  </a:lnTo>
                  <a:lnTo>
                    <a:pt x="3155404" y="523862"/>
                  </a:lnTo>
                  <a:lnTo>
                    <a:pt x="3163239" y="568998"/>
                  </a:lnTo>
                  <a:lnTo>
                    <a:pt x="3175457" y="613130"/>
                  </a:lnTo>
                  <a:lnTo>
                    <a:pt x="3191941" y="655866"/>
                  </a:lnTo>
                  <a:lnTo>
                    <a:pt x="3212528" y="696785"/>
                  </a:lnTo>
                  <a:lnTo>
                    <a:pt x="3237039" y="735469"/>
                  </a:lnTo>
                  <a:lnTo>
                    <a:pt x="3265220" y="771588"/>
                  </a:lnTo>
                  <a:lnTo>
                    <a:pt x="3296805" y="804760"/>
                  </a:lnTo>
                  <a:lnTo>
                    <a:pt x="3331476" y="834669"/>
                  </a:lnTo>
                  <a:lnTo>
                    <a:pt x="3368929" y="861047"/>
                  </a:lnTo>
                  <a:lnTo>
                    <a:pt x="3408781" y="883615"/>
                  </a:lnTo>
                  <a:lnTo>
                    <a:pt x="3450653" y="902182"/>
                  </a:lnTo>
                  <a:lnTo>
                    <a:pt x="3494151" y="916546"/>
                  </a:lnTo>
                  <a:lnTo>
                    <a:pt x="3538829" y="926579"/>
                  </a:lnTo>
                  <a:lnTo>
                    <a:pt x="3584295" y="932192"/>
                  </a:lnTo>
                  <a:lnTo>
                    <a:pt x="3618623" y="933450"/>
                  </a:lnTo>
                  <a:lnTo>
                    <a:pt x="3630079" y="933310"/>
                  </a:lnTo>
                  <a:lnTo>
                    <a:pt x="3675761" y="929944"/>
                  </a:lnTo>
                  <a:lnTo>
                    <a:pt x="3720884" y="922108"/>
                  </a:lnTo>
                  <a:lnTo>
                    <a:pt x="3765029" y="909891"/>
                  </a:lnTo>
                  <a:lnTo>
                    <a:pt x="3807764" y="893406"/>
                  </a:lnTo>
                  <a:lnTo>
                    <a:pt x="3848671" y="872820"/>
                  </a:lnTo>
                  <a:lnTo>
                    <a:pt x="3887368" y="848309"/>
                  </a:lnTo>
                  <a:lnTo>
                    <a:pt x="3923474" y="820140"/>
                  </a:lnTo>
                  <a:lnTo>
                    <a:pt x="3956647" y="788555"/>
                  </a:lnTo>
                  <a:lnTo>
                    <a:pt x="3986568" y="753872"/>
                  </a:lnTo>
                  <a:lnTo>
                    <a:pt x="4012946" y="716419"/>
                  </a:lnTo>
                  <a:lnTo>
                    <a:pt x="4035514" y="676567"/>
                  </a:lnTo>
                  <a:lnTo>
                    <a:pt x="4054081" y="634695"/>
                  </a:lnTo>
                  <a:lnTo>
                    <a:pt x="4068445" y="591210"/>
                  </a:lnTo>
                  <a:lnTo>
                    <a:pt x="4078478" y="546519"/>
                  </a:lnTo>
                  <a:lnTo>
                    <a:pt x="4084078" y="501065"/>
                  </a:lnTo>
                  <a:lnTo>
                    <a:pt x="4085348" y="4667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4"/>
            <p:cNvSpPr/>
            <p:nvPr/>
          </p:nvSpPr>
          <p:spPr>
            <a:xfrm>
              <a:off x="7704320" y="5003765"/>
              <a:ext cx="10582275" cy="58419"/>
            </a:xfrm>
            <a:custGeom>
              <a:rect b="b" l="l" r="r" t="t"/>
              <a:pathLst>
                <a:path extrusionOk="0" h="58420" w="10582275">
                  <a:moveTo>
                    <a:pt x="0" y="58420"/>
                  </a:moveTo>
                  <a:lnTo>
                    <a:pt x="10582233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10867865" y="6336752"/>
              <a:ext cx="3155950" cy="916940"/>
            </a:xfrm>
            <a:custGeom>
              <a:rect b="b" l="l" r="r" t="t"/>
              <a:pathLst>
                <a:path extrusionOk="0" h="916940" w="3155950">
                  <a:moveTo>
                    <a:pt x="0" y="916811"/>
                  </a:moveTo>
                  <a:lnTo>
                    <a:pt x="3155754" y="0"/>
                  </a:lnTo>
                </a:path>
              </a:pathLst>
            </a:custGeom>
            <a:noFill/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4"/>
            <p:cNvSpPr/>
            <p:nvPr/>
          </p:nvSpPr>
          <p:spPr>
            <a:xfrm>
              <a:off x="10892233" y="8205868"/>
              <a:ext cx="0" cy="914400"/>
            </a:xfrm>
            <a:custGeom>
              <a:rect b="b" l="l" r="r" t="t"/>
              <a:pathLst>
                <a:path extrusionOk="0" h="914400" w="120000">
                  <a:moveTo>
                    <a:pt x="0" y="914399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" name="Google Shape;423;p14"/>
          <p:cNvSpPr txBox="1"/>
          <p:nvPr/>
        </p:nvSpPr>
        <p:spPr>
          <a:xfrm>
            <a:off x="1416049" y="3883565"/>
            <a:ext cx="59037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Deletes a Directory (Folder) and all of Files and Folders in it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 txBox="1"/>
          <p:nvPr/>
        </p:nvSpPr>
        <p:spPr>
          <a:xfrm>
            <a:off x="13127466" y="-80864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25" name="Google Shape;4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593525"/>
            <a:ext cx="7998030" cy="2693473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4"/>
          <p:cNvSpPr txBox="1"/>
          <p:nvPr/>
        </p:nvSpPr>
        <p:spPr>
          <a:xfrm>
            <a:off x="13116219" y="4972010"/>
            <a:ext cx="1866900" cy="379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You are here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7" name="Google Shape;427;p14"/>
          <p:cNvSpPr txBox="1"/>
          <p:nvPr/>
        </p:nvSpPr>
        <p:spPr>
          <a:xfrm>
            <a:off x="14902898" y="2468182"/>
            <a:ext cx="1435735" cy="64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-81915" lvl="0" marL="93980" marR="5080" rtl="0" algn="l">
              <a:lnSpc>
                <a:spcPct val="75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 for Deletion</a:t>
            </a:r>
            <a:endParaRPr b="0" i="0" sz="23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8" name="Google Shape;428;p14"/>
          <p:cNvGrpSpPr/>
          <p:nvPr/>
        </p:nvGrpSpPr>
        <p:grpSpPr>
          <a:xfrm>
            <a:off x="12860876" y="3096347"/>
            <a:ext cx="4745162" cy="5108976"/>
            <a:chOff x="12860876" y="3096347"/>
            <a:chExt cx="4745162" cy="5108976"/>
          </a:xfrm>
        </p:grpSpPr>
        <p:sp>
          <p:nvSpPr>
            <p:cNvPr id="429" name="Google Shape;429;p14"/>
            <p:cNvSpPr/>
            <p:nvPr/>
          </p:nvSpPr>
          <p:spPr>
            <a:xfrm>
              <a:off x="12860876" y="401261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14336090" y="4012614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13327853" y="3147374"/>
              <a:ext cx="732790" cy="865505"/>
            </a:xfrm>
            <a:custGeom>
              <a:rect b="b" l="l" r="r" t="t"/>
              <a:pathLst>
                <a:path extrusionOk="0" h="865504" w="732790">
                  <a:moveTo>
                    <a:pt x="0" y="865198"/>
                  </a:moveTo>
                  <a:lnTo>
                    <a:pt x="732421" y="0"/>
                  </a:lnTo>
                </a:path>
              </a:pathLst>
            </a:custGeom>
            <a:noFill/>
            <a:ln cap="flat" cmpd="sng" w="380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14042531" y="3096347"/>
              <a:ext cx="760730" cy="916305"/>
            </a:xfrm>
            <a:custGeom>
              <a:rect b="b" l="l" r="r" t="t"/>
              <a:pathLst>
                <a:path extrusionOk="0" h="916304" w="760730">
                  <a:moveTo>
                    <a:pt x="760479" y="916232"/>
                  </a:moveTo>
                  <a:lnTo>
                    <a:pt x="0" y="0"/>
                  </a:lnTo>
                </a:path>
              </a:pathLst>
            </a:custGeom>
            <a:noFill/>
            <a:ln cap="flat" cmpd="sng" w="381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4"/>
            <p:cNvSpPr/>
            <p:nvPr/>
          </p:nvSpPr>
          <p:spPr>
            <a:xfrm>
              <a:off x="16672588" y="7271873"/>
              <a:ext cx="933450" cy="933450"/>
            </a:xfrm>
            <a:custGeom>
              <a:rect b="b" l="l" r="r" t="t"/>
              <a:pathLst>
                <a:path extrusionOk="0" h="933450" w="933450">
                  <a:moveTo>
                    <a:pt x="466724" y="933449"/>
                  </a:moveTo>
                  <a:lnTo>
                    <a:pt x="420977" y="931202"/>
                  </a:lnTo>
                  <a:lnTo>
                    <a:pt x="375671" y="924481"/>
                  </a:lnTo>
                  <a:lnTo>
                    <a:pt x="331241" y="913352"/>
                  </a:lnTo>
                  <a:lnTo>
                    <a:pt x="288116" y="897922"/>
                  </a:lnTo>
                  <a:lnTo>
                    <a:pt x="246712" y="878339"/>
                  </a:lnTo>
                  <a:lnTo>
                    <a:pt x="207426" y="854792"/>
                  </a:lnTo>
                  <a:lnTo>
                    <a:pt x="170637" y="827508"/>
                  </a:lnTo>
                  <a:lnTo>
                    <a:pt x="136700" y="796749"/>
                  </a:lnTo>
                  <a:lnTo>
                    <a:pt x="105941" y="762812"/>
                  </a:lnTo>
                  <a:lnTo>
                    <a:pt x="78657" y="726023"/>
                  </a:lnTo>
                  <a:lnTo>
                    <a:pt x="55110" y="686737"/>
                  </a:lnTo>
                  <a:lnTo>
                    <a:pt x="35527" y="645332"/>
                  </a:lnTo>
                  <a:lnTo>
                    <a:pt x="20097" y="602207"/>
                  </a:lnTo>
                  <a:lnTo>
                    <a:pt x="8967" y="557778"/>
                  </a:lnTo>
                  <a:lnTo>
                    <a:pt x="2247" y="512472"/>
                  </a:lnTo>
                  <a:lnTo>
                    <a:pt x="0" y="466724"/>
                  </a:lnTo>
                  <a:lnTo>
                    <a:pt x="140" y="455267"/>
                  </a:lnTo>
                  <a:lnTo>
                    <a:pt x="3510" y="409589"/>
                  </a:lnTo>
                  <a:lnTo>
                    <a:pt x="11340" y="364461"/>
                  </a:lnTo>
                  <a:lnTo>
                    <a:pt x="23557" y="320318"/>
                  </a:lnTo>
                  <a:lnTo>
                    <a:pt x="40041" y="277585"/>
                  </a:lnTo>
                  <a:lnTo>
                    <a:pt x="60635" y="236673"/>
                  </a:lnTo>
                  <a:lnTo>
                    <a:pt x="85139" y="197977"/>
                  </a:lnTo>
                  <a:lnTo>
                    <a:pt x="113318" y="161870"/>
                  </a:lnTo>
                  <a:lnTo>
                    <a:pt x="144901" y="128698"/>
                  </a:lnTo>
                  <a:lnTo>
                    <a:pt x="179583" y="98781"/>
                  </a:lnTo>
                  <a:lnTo>
                    <a:pt x="217031" y="72408"/>
                  </a:lnTo>
                  <a:lnTo>
                    <a:pt x="256883" y="49833"/>
                  </a:lnTo>
                  <a:lnTo>
                    <a:pt x="298756" y="31272"/>
                  </a:lnTo>
                  <a:lnTo>
                    <a:pt x="342246" y="16905"/>
                  </a:lnTo>
                  <a:lnTo>
                    <a:pt x="386936" y="6870"/>
                  </a:lnTo>
                  <a:lnTo>
                    <a:pt x="432393" y="1264"/>
                  </a:lnTo>
                  <a:lnTo>
                    <a:pt x="466724" y="0"/>
                  </a:lnTo>
                  <a:lnTo>
                    <a:pt x="478182" y="140"/>
                  </a:lnTo>
                  <a:lnTo>
                    <a:pt x="523860" y="3510"/>
                  </a:lnTo>
                  <a:lnTo>
                    <a:pt x="568988" y="11340"/>
                  </a:lnTo>
                  <a:lnTo>
                    <a:pt x="613131" y="23557"/>
                  </a:lnTo>
                  <a:lnTo>
                    <a:pt x="655864" y="40041"/>
                  </a:lnTo>
                  <a:lnTo>
                    <a:pt x="696776" y="60635"/>
                  </a:lnTo>
                  <a:lnTo>
                    <a:pt x="735471" y="85139"/>
                  </a:lnTo>
                  <a:lnTo>
                    <a:pt x="771579" y="113318"/>
                  </a:lnTo>
                  <a:lnTo>
                    <a:pt x="804751" y="144901"/>
                  </a:lnTo>
                  <a:lnTo>
                    <a:pt x="834668" y="179583"/>
                  </a:lnTo>
                  <a:lnTo>
                    <a:pt x="861041" y="217031"/>
                  </a:lnTo>
                  <a:lnTo>
                    <a:pt x="883616" y="256883"/>
                  </a:lnTo>
                  <a:lnTo>
                    <a:pt x="902177" y="298756"/>
                  </a:lnTo>
                  <a:lnTo>
                    <a:pt x="916544" y="342246"/>
                  </a:lnTo>
                  <a:lnTo>
                    <a:pt x="926579" y="386936"/>
                  </a:lnTo>
                  <a:lnTo>
                    <a:pt x="932185" y="432394"/>
                  </a:lnTo>
                  <a:lnTo>
                    <a:pt x="933449" y="466724"/>
                  </a:lnTo>
                  <a:lnTo>
                    <a:pt x="933309" y="478182"/>
                  </a:lnTo>
                  <a:lnTo>
                    <a:pt x="929939" y="523860"/>
                  </a:lnTo>
                  <a:lnTo>
                    <a:pt x="922108" y="568988"/>
                  </a:lnTo>
                  <a:lnTo>
                    <a:pt x="909892" y="613131"/>
                  </a:lnTo>
                  <a:lnTo>
                    <a:pt x="893408" y="655864"/>
                  </a:lnTo>
                  <a:lnTo>
                    <a:pt x="872814" y="696775"/>
                  </a:lnTo>
                  <a:lnTo>
                    <a:pt x="848310" y="735471"/>
                  </a:lnTo>
                  <a:lnTo>
                    <a:pt x="820131" y="771579"/>
                  </a:lnTo>
                  <a:lnTo>
                    <a:pt x="788548" y="804751"/>
                  </a:lnTo>
                  <a:lnTo>
                    <a:pt x="753866" y="834668"/>
                  </a:lnTo>
                  <a:lnTo>
                    <a:pt x="716418" y="861041"/>
                  </a:lnTo>
                  <a:lnTo>
                    <a:pt x="676566" y="883616"/>
                  </a:lnTo>
                  <a:lnTo>
                    <a:pt x="634693" y="902177"/>
                  </a:lnTo>
                  <a:lnTo>
                    <a:pt x="591203" y="916544"/>
                  </a:lnTo>
                  <a:lnTo>
                    <a:pt x="546513" y="926579"/>
                  </a:lnTo>
                  <a:lnTo>
                    <a:pt x="501055" y="932185"/>
                  </a:lnTo>
                  <a:lnTo>
                    <a:pt x="466724" y="933449"/>
                  </a:lnTo>
                  <a:close/>
                </a:path>
              </a:pathLst>
            </a:custGeom>
            <a:solidFill>
              <a:srgbClr val="37B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14048222" y="6338999"/>
              <a:ext cx="3091815" cy="933450"/>
            </a:xfrm>
            <a:custGeom>
              <a:rect b="b" l="l" r="r" t="t"/>
              <a:pathLst>
                <a:path extrusionOk="0" h="933450" w="3091815">
                  <a:moveTo>
                    <a:pt x="3091325" y="932867"/>
                  </a:moveTo>
                  <a:lnTo>
                    <a:pt x="0" y="0"/>
                  </a:lnTo>
                </a:path>
              </a:pathLst>
            </a:custGeom>
            <a:noFill/>
            <a:ln cap="flat" cmpd="sng" w="380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14"/>
          <p:cNvSpPr txBox="1"/>
          <p:nvPr/>
        </p:nvSpPr>
        <p:spPr>
          <a:xfrm>
            <a:off x="1058605" y="8529325"/>
            <a:ext cx="45333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rm -rf Folder1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windows: rmdir /s Folder1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763" y="2"/>
            <a:ext cx="9605235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35019"/>
            <a:ext cx="8403077" cy="26519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5"/>
          <p:cNvGrpSpPr/>
          <p:nvPr/>
        </p:nvGrpSpPr>
        <p:grpSpPr>
          <a:xfrm>
            <a:off x="12156019" y="3365851"/>
            <a:ext cx="3445510" cy="4114956"/>
            <a:chOff x="12156019" y="3365851"/>
            <a:chExt cx="3445510" cy="4114956"/>
          </a:xfrm>
        </p:grpSpPr>
        <p:sp>
          <p:nvSpPr>
            <p:cNvPr id="443" name="Google Shape;443;p15"/>
            <p:cNvSpPr/>
            <p:nvPr/>
          </p:nvSpPr>
          <p:spPr>
            <a:xfrm>
              <a:off x="12156019" y="3365883"/>
              <a:ext cx="3445510" cy="4114800"/>
            </a:xfrm>
            <a:custGeom>
              <a:rect b="b" l="l" r="r" t="t"/>
              <a:pathLst>
                <a:path extrusionOk="0" h="4114800" w="3445509">
                  <a:moveTo>
                    <a:pt x="2922542" y="186033"/>
                  </a:moveTo>
                  <a:lnTo>
                    <a:pt x="732271" y="186033"/>
                  </a:lnTo>
                  <a:lnTo>
                    <a:pt x="748176" y="0"/>
                  </a:lnTo>
                  <a:lnTo>
                    <a:pt x="2922542" y="186033"/>
                  </a:lnTo>
                  <a:close/>
                </a:path>
                <a:path extrusionOk="0" h="4114800" w="3445509">
                  <a:moveTo>
                    <a:pt x="3086754" y="4114554"/>
                  </a:moveTo>
                  <a:lnTo>
                    <a:pt x="3084270" y="4114554"/>
                  </a:lnTo>
                  <a:lnTo>
                    <a:pt x="184827" y="3926036"/>
                  </a:lnTo>
                  <a:lnTo>
                    <a:pt x="0" y="3926036"/>
                  </a:lnTo>
                  <a:lnTo>
                    <a:pt x="103986" y="522346"/>
                  </a:lnTo>
                  <a:lnTo>
                    <a:pt x="524252" y="512859"/>
                  </a:lnTo>
                  <a:lnTo>
                    <a:pt x="553448" y="170770"/>
                  </a:lnTo>
                  <a:lnTo>
                    <a:pt x="732271" y="186033"/>
                  </a:lnTo>
                  <a:lnTo>
                    <a:pt x="2922542" y="186033"/>
                  </a:lnTo>
                  <a:lnTo>
                    <a:pt x="3444917" y="230726"/>
                  </a:lnTo>
                  <a:lnTo>
                    <a:pt x="3250221" y="2507081"/>
                  </a:lnTo>
                  <a:lnTo>
                    <a:pt x="3250221" y="3649615"/>
                  </a:lnTo>
                  <a:lnTo>
                    <a:pt x="3245005" y="3702367"/>
                  </a:lnTo>
                  <a:lnTo>
                    <a:pt x="3230028" y="3751588"/>
                  </a:lnTo>
                  <a:lnTo>
                    <a:pt x="3206302" y="3796272"/>
                  </a:lnTo>
                  <a:lnTo>
                    <a:pt x="3174835" y="3835411"/>
                  </a:lnTo>
                  <a:lnTo>
                    <a:pt x="3136639" y="3867998"/>
                  </a:lnTo>
                  <a:lnTo>
                    <a:pt x="3092722" y="3893024"/>
                  </a:lnTo>
                  <a:lnTo>
                    <a:pt x="3092722" y="3899575"/>
                  </a:lnTo>
                  <a:lnTo>
                    <a:pt x="3076753" y="3899575"/>
                  </a:lnTo>
                  <a:lnTo>
                    <a:pt x="3054540" y="3906813"/>
                  </a:lnTo>
                  <a:lnTo>
                    <a:pt x="3031519" y="3912104"/>
                  </a:lnTo>
                  <a:lnTo>
                    <a:pt x="3007790" y="3915349"/>
                  </a:lnTo>
                  <a:lnTo>
                    <a:pt x="2983454" y="3916452"/>
                  </a:lnTo>
                  <a:lnTo>
                    <a:pt x="2956774" y="3916452"/>
                  </a:lnTo>
                  <a:lnTo>
                    <a:pt x="2591990" y="3917710"/>
                  </a:lnTo>
                  <a:lnTo>
                    <a:pt x="1381817" y="3921970"/>
                  </a:lnTo>
                  <a:lnTo>
                    <a:pt x="420500" y="3925326"/>
                  </a:lnTo>
                  <a:lnTo>
                    <a:pt x="431416" y="3926036"/>
                  </a:lnTo>
                  <a:lnTo>
                    <a:pt x="212939" y="3926036"/>
                  </a:lnTo>
                  <a:lnTo>
                    <a:pt x="443325" y="3926810"/>
                  </a:lnTo>
                  <a:lnTo>
                    <a:pt x="3076753" y="4098065"/>
                  </a:lnTo>
                  <a:lnTo>
                    <a:pt x="3092722" y="4098065"/>
                  </a:lnTo>
                  <a:lnTo>
                    <a:pt x="3092722" y="4108778"/>
                  </a:lnTo>
                  <a:lnTo>
                    <a:pt x="3091851" y="4110940"/>
                  </a:lnTo>
                  <a:lnTo>
                    <a:pt x="3090206" y="4112392"/>
                  </a:lnTo>
                  <a:lnTo>
                    <a:pt x="3088754" y="4113877"/>
                  </a:lnTo>
                  <a:lnTo>
                    <a:pt x="3086754" y="4114554"/>
                  </a:lnTo>
                  <a:close/>
                </a:path>
                <a:path extrusionOk="0" h="4114800" w="3445509">
                  <a:moveTo>
                    <a:pt x="3092722" y="4098065"/>
                  </a:moveTo>
                  <a:lnTo>
                    <a:pt x="3076753" y="4098065"/>
                  </a:lnTo>
                  <a:lnTo>
                    <a:pt x="3076753" y="3899575"/>
                  </a:lnTo>
                  <a:lnTo>
                    <a:pt x="3092722" y="3899575"/>
                  </a:lnTo>
                  <a:lnTo>
                    <a:pt x="3092722" y="4098065"/>
                  </a:lnTo>
                  <a:close/>
                </a:path>
                <a:path extrusionOk="0" h="4114800" w="3445509">
                  <a:moveTo>
                    <a:pt x="2565866" y="3926810"/>
                  </a:moveTo>
                  <a:lnTo>
                    <a:pt x="2565418" y="3922390"/>
                  </a:lnTo>
                  <a:lnTo>
                    <a:pt x="2564887" y="3917710"/>
                  </a:lnTo>
                  <a:lnTo>
                    <a:pt x="2582964" y="3917710"/>
                  </a:lnTo>
                  <a:lnTo>
                    <a:pt x="2583997" y="3918872"/>
                  </a:lnTo>
                  <a:lnTo>
                    <a:pt x="2584678" y="3921970"/>
                  </a:lnTo>
                  <a:lnTo>
                    <a:pt x="2584771" y="3922390"/>
                  </a:lnTo>
                  <a:lnTo>
                    <a:pt x="2585706" y="3924552"/>
                  </a:lnTo>
                  <a:lnTo>
                    <a:pt x="2565866" y="3926810"/>
                  </a:lnTo>
                  <a:close/>
                </a:path>
              </a:pathLst>
            </a:custGeom>
            <a:solidFill>
              <a:srgbClr val="CB6BE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12342335" y="3673347"/>
              <a:ext cx="2927985" cy="3807460"/>
            </a:xfrm>
            <a:custGeom>
              <a:rect b="b" l="l" r="r" t="t"/>
              <a:pathLst>
                <a:path extrusionOk="0" h="3807459" w="2927984">
                  <a:moveTo>
                    <a:pt x="2173484" y="792216"/>
                  </a:moveTo>
                  <a:lnTo>
                    <a:pt x="2171860" y="792216"/>
                  </a:lnTo>
                  <a:lnTo>
                    <a:pt x="2114076" y="779609"/>
                  </a:lnTo>
                  <a:lnTo>
                    <a:pt x="2076726" y="748603"/>
                  </a:lnTo>
                  <a:lnTo>
                    <a:pt x="2056549" y="709950"/>
                  </a:lnTo>
                  <a:lnTo>
                    <a:pt x="2049840" y="674303"/>
                  </a:lnTo>
                  <a:lnTo>
                    <a:pt x="2049840" y="115363"/>
                  </a:lnTo>
                  <a:lnTo>
                    <a:pt x="2064495" y="62865"/>
                  </a:lnTo>
                  <a:lnTo>
                    <a:pt x="2114814" y="12810"/>
                  </a:lnTo>
                  <a:lnTo>
                    <a:pt x="2155926" y="889"/>
                  </a:lnTo>
                  <a:lnTo>
                    <a:pt x="2172303" y="0"/>
                  </a:lnTo>
                  <a:lnTo>
                    <a:pt x="2194632" y="1750"/>
                  </a:lnTo>
                  <a:lnTo>
                    <a:pt x="2214251" y="6671"/>
                  </a:lnTo>
                  <a:lnTo>
                    <a:pt x="2231317" y="14267"/>
                  </a:lnTo>
                  <a:lnTo>
                    <a:pt x="2245988" y="24040"/>
                  </a:lnTo>
                  <a:lnTo>
                    <a:pt x="2258938" y="37368"/>
                  </a:lnTo>
                  <a:lnTo>
                    <a:pt x="2172303" y="37368"/>
                  </a:lnTo>
                  <a:lnTo>
                    <a:pt x="2131603" y="46627"/>
                  </a:lnTo>
                  <a:lnTo>
                    <a:pt x="2105382" y="68560"/>
                  </a:lnTo>
                  <a:lnTo>
                    <a:pt x="2091337" y="94395"/>
                  </a:lnTo>
                  <a:lnTo>
                    <a:pt x="2087166" y="115363"/>
                  </a:lnTo>
                  <a:lnTo>
                    <a:pt x="2087166" y="673109"/>
                  </a:lnTo>
                  <a:lnTo>
                    <a:pt x="2089703" y="689939"/>
                  </a:lnTo>
                  <a:lnTo>
                    <a:pt x="2100639" y="717621"/>
                  </a:lnTo>
                  <a:lnTo>
                    <a:pt x="2126123" y="743505"/>
                  </a:lnTo>
                  <a:lnTo>
                    <a:pt x="2172303" y="754944"/>
                  </a:lnTo>
                  <a:lnTo>
                    <a:pt x="2259890" y="754944"/>
                  </a:lnTo>
                  <a:lnTo>
                    <a:pt x="2256150" y="760237"/>
                  </a:lnTo>
                  <a:lnTo>
                    <a:pt x="2238948" y="774220"/>
                  </a:lnTo>
                  <a:lnTo>
                    <a:pt x="2219187" y="784249"/>
                  </a:lnTo>
                  <a:lnTo>
                    <a:pt x="2196946" y="790291"/>
                  </a:lnTo>
                  <a:lnTo>
                    <a:pt x="2173484" y="792216"/>
                  </a:lnTo>
                  <a:close/>
                </a:path>
                <a:path extrusionOk="0" h="3807459" w="2927984">
                  <a:moveTo>
                    <a:pt x="2276120" y="133950"/>
                  </a:moveTo>
                  <a:lnTo>
                    <a:pt x="2252889" y="101161"/>
                  </a:lnTo>
                  <a:lnTo>
                    <a:pt x="2241500" y="74155"/>
                  </a:lnTo>
                  <a:lnTo>
                    <a:pt x="2216409" y="48673"/>
                  </a:lnTo>
                  <a:lnTo>
                    <a:pt x="2172303" y="37368"/>
                  </a:lnTo>
                  <a:lnTo>
                    <a:pt x="2258938" y="37368"/>
                  </a:lnTo>
                  <a:lnTo>
                    <a:pt x="2266499" y="45150"/>
                  </a:lnTo>
                  <a:lnTo>
                    <a:pt x="2280681" y="68903"/>
                  </a:lnTo>
                  <a:lnTo>
                    <a:pt x="2289291" y="92644"/>
                  </a:lnTo>
                  <a:lnTo>
                    <a:pt x="2293089" y="113717"/>
                  </a:lnTo>
                  <a:lnTo>
                    <a:pt x="2292261" y="121081"/>
                  </a:lnTo>
                  <a:lnTo>
                    <a:pt x="2288790" y="127343"/>
                  </a:lnTo>
                  <a:lnTo>
                    <a:pt x="2283226" y="131851"/>
                  </a:lnTo>
                  <a:lnTo>
                    <a:pt x="2276120" y="133950"/>
                  </a:lnTo>
                  <a:close/>
                </a:path>
                <a:path extrusionOk="0" h="3807459" w="2927984">
                  <a:moveTo>
                    <a:pt x="2259890" y="754944"/>
                  </a:moveTo>
                  <a:lnTo>
                    <a:pt x="2172303" y="754944"/>
                  </a:lnTo>
                  <a:lnTo>
                    <a:pt x="2220174" y="741727"/>
                  </a:lnTo>
                  <a:lnTo>
                    <a:pt x="2245439" y="711933"/>
                  </a:lnTo>
                  <a:lnTo>
                    <a:pt x="2255316" y="680355"/>
                  </a:lnTo>
                  <a:lnTo>
                    <a:pt x="2257021" y="661782"/>
                  </a:lnTo>
                  <a:lnTo>
                    <a:pt x="2257376" y="262512"/>
                  </a:lnTo>
                  <a:lnTo>
                    <a:pt x="2258842" y="255236"/>
                  </a:lnTo>
                  <a:lnTo>
                    <a:pt x="2262840" y="249298"/>
                  </a:lnTo>
                  <a:lnTo>
                    <a:pt x="2268768" y="245295"/>
                  </a:lnTo>
                  <a:lnTo>
                    <a:pt x="2276055" y="243828"/>
                  </a:lnTo>
                  <a:lnTo>
                    <a:pt x="2283304" y="245295"/>
                  </a:lnTo>
                  <a:lnTo>
                    <a:pt x="2289242" y="249298"/>
                  </a:lnTo>
                  <a:lnTo>
                    <a:pt x="2293249" y="255236"/>
                  </a:lnTo>
                  <a:lnTo>
                    <a:pt x="2294728" y="262512"/>
                  </a:lnTo>
                  <a:lnTo>
                    <a:pt x="2294380" y="661782"/>
                  </a:lnTo>
                  <a:lnTo>
                    <a:pt x="2293751" y="672796"/>
                  </a:lnTo>
                  <a:lnTo>
                    <a:pt x="2289516" y="697589"/>
                  </a:lnTo>
                  <a:lnTo>
                    <a:pt x="2278156" y="729093"/>
                  </a:lnTo>
                  <a:lnTo>
                    <a:pt x="2259890" y="754944"/>
                  </a:lnTo>
                  <a:close/>
                </a:path>
                <a:path extrusionOk="0" h="3807459" w="2927984">
                  <a:moveTo>
                    <a:pt x="2562341" y="1549323"/>
                  </a:moveTo>
                  <a:lnTo>
                    <a:pt x="1436459" y="1489431"/>
                  </a:lnTo>
                  <a:lnTo>
                    <a:pt x="2496818" y="1461872"/>
                  </a:lnTo>
                  <a:lnTo>
                    <a:pt x="2423618" y="419051"/>
                  </a:lnTo>
                  <a:lnTo>
                    <a:pt x="2562341" y="1549323"/>
                  </a:lnTo>
                  <a:close/>
                </a:path>
                <a:path extrusionOk="0" h="3807459" w="2927984">
                  <a:moveTo>
                    <a:pt x="1592216" y="797411"/>
                  </a:moveTo>
                  <a:lnTo>
                    <a:pt x="1589345" y="797411"/>
                  </a:lnTo>
                  <a:lnTo>
                    <a:pt x="1586957" y="795120"/>
                  </a:lnTo>
                  <a:lnTo>
                    <a:pt x="1586861" y="792216"/>
                  </a:lnTo>
                  <a:lnTo>
                    <a:pt x="1586796" y="789279"/>
                  </a:lnTo>
                  <a:lnTo>
                    <a:pt x="1589210" y="786730"/>
                  </a:lnTo>
                  <a:lnTo>
                    <a:pt x="1592087" y="786730"/>
                  </a:lnTo>
                  <a:lnTo>
                    <a:pt x="2060228" y="774984"/>
                  </a:lnTo>
                  <a:lnTo>
                    <a:pt x="2063261" y="774984"/>
                  </a:lnTo>
                  <a:lnTo>
                    <a:pt x="2065648" y="777275"/>
                  </a:lnTo>
                  <a:lnTo>
                    <a:pt x="2065713" y="780179"/>
                  </a:lnTo>
                  <a:lnTo>
                    <a:pt x="2065777" y="783116"/>
                  </a:lnTo>
                  <a:lnTo>
                    <a:pt x="2063454" y="785568"/>
                  </a:lnTo>
                  <a:lnTo>
                    <a:pt x="1592216" y="797411"/>
                  </a:lnTo>
                  <a:close/>
                </a:path>
                <a:path extrusionOk="0" h="3807459" w="2927984">
                  <a:moveTo>
                    <a:pt x="1584925" y="872954"/>
                  </a:moveTo>
                  <a:lnTo>
                    <a:pt x="1582021" y="872954"/>
                  </a:lnTo>
                  <a:lnTo>
                    <a:pt x="1579666" y="870663"/>
                  </a:lnTo>
                  <a:lnTo>
                    <a:pt x="1579602" y="867791"/>
                  </a:lnTo>
                  <a:lnTo>
                    <a:pt x="1579505" y="864854"/>
                  </a:lnTo>
                  <a:lnTo>
                    <a:pt x="1581855" y="862305"/>
                  </a:lnTo>
                  <a:lnTo>
                    <a:pt x="1584731" y="862305"/>
                  </a:lnTo>
                  <a:lnTo>
                    <a:pt x="2112943" y="845267"/>
                  </a:lnTo>
                  <a:lnTo>
                    <a:pt x="2115943" y="845267"/>
                  </a:lnTo>
                  <a:lnTo>
                    <a:pt x="2118298" y="847526"/>
                  </a:lnTo>
                  <a:lnTo>
                    <a:pt x="2118395" y="850430"/>
                  </a:lnTo>
                  <a:lnTo>
                    <a:pt x="2118492" y="853366"/>
                  </a:lnTo>
                  <a:lnTo>
                    <a:pt x="2116169" y="855819"/>
                  </a:lnTo>
                  <a:lnTo>
                    <a:pt x="2113233" y="855948"/>
                  </a:lnTo>
                  <a:lnTo>
                    <a:pt x="1584925" y="872954"/>
                  </a:lnTo>
                  <a:close/>
                </a:path>
                <a:path extrusionOk="0" h="3807459" w="2927984">
                  <a:moveTo>
                    <a:pt x="2184082" y="985349"/>
                  </a:moveTo>
                  <a:lnTo>
                    <a:pt x="2180820" y="985349"/>
                  </a:lnTo>
                  <a:lnTo>
                    <a:pt x="1577311" y="932394"/>
                  </a:lnTo>
                  <a:lnTo>
                    <a:pt x="1575150" y="929781"/>
                  </a:lnTo>
                  <a:lnTo>
                    <a:pt x="1575376" y="926876"/>
                  </a:lnTo>
                  <a:lnTo>
                    <a:pt x="1575666" y="923908"/>
                  </a:lnTo>
                  <a:lnTo>
                    <a:pt x="1578311" y="921745"/>
                  </a:lnTo>
                  <a:lnTo>
                    <a:pt x="2181756" y="974732"/>
                  </a:lnTo>
                  <a:lnTo>
                    <a:pt x="2184692" y="974958"/>
                  </a:lnTo>
                  <a:lnTo>
                    <a:pt x="2186853" y="977572"/>
                  </a:lnTo>
                  <a:lnTo>
                    <a:pt x="2186369" y="983283"/>
                  </a:lnTo>
                  <a:lnTo>
                    <a:pt x="2184082" y="985349"/>
                  </a:lnTo>
                  <a:close/>
                </a:path>
                <a:path extrusionOk="0" h="3807459" w="2927984">
                  <a:moveTo>
                    <a:pt x="2806880" y="3046402"/>
                  </a:moveTo>
                  <a:lnTo>
                    <a:pt x="2798041" y="3046402"/>
                  </a:lnTo>
                  <a:lnTo>
                    <a:pt x="2794427" y="3042852"/>
                  </a:lnTo>
                  <a:lnTo>
                    <a:pt x="2794427" y="1993383"/>
                  </a:lnTo>
                  <a:lnTo>
                    <a:pt x="2798041" y="1989769"/>
                  </a:lnTo>
                  <a:lnTo>
                    <a:pt x="2806880" y="1989769"/>
                  </a:lnTo>
                  <a:lnTo>
                    <a:pt x="2810429" y="1993383"/>
                  </a:lnTo>
                  <a:lnTo>
                    <a:pt x="2810429" y="3042852"/>
                  </a:lnTo>
                  <a:lnTo>
                    <a:pt x="2806880" y="3046402"/>
                  </a:lnTo>
                  <a:close/>
                </a:path>
                <a:path extrusionOk="0" h="3807459" w="2927984">
                  <a:moveTo>
                    <a:pt x="2868241" y="3179836"/>
                  </a:moveTo>
                  <a:lnTo>
                    <a:pt x="2859369" y="3179836"/>
                  </a:lnTo>
                  <a:lnTo>
                    <a:pt x="2855788" y="3176254"/>
                  </a:lnTo>
                  <a:lnTo>
                    <a:pt x="2855788" y="1993254"/>
                  </a:lnTo>
                  <a:lnTo>
                    <a:pt x="2859369" y="1989640"/>
                  </a:lnTo>
                  <a:lnTo>
                    <a:pt x="2868241" y="1989640"/>
                  </a:lnTo>
                  <a:lnTo>
                    <a:pt x="2871790" y="1993254"/>
                  </a:lnTo>
                  <a:lnTo>
                    <a:pt x="2871790" y="3176254"/>
                  </a:lnTo>
                  <a:lnTo>
                    <a:pt x="2868241" y="3179836"/>
                  </a:lnTo>
                  <a:close/>
                </a:path>
                <a:path extrusionOk="0" h="3807459" w="2927984">
                  <a:moveTo>
                    <a:pt x="2924246" y="3345314"/>
                  </a:moveTo>
                  <a:lnTo>
                    <a:pt x="2915407" y="3345314"/>
                  </a:lnTo>
                  <a:lnTo>
                    <a:pt x="2911826" y="3341700"/>
                  </a:lnTo>
                  <a:lnTo>
                    <a:pt x="2911826" y="1993254"/>
                  </a:lnTo>
                  <a:lnTo>
                    <a:pt x="2915407" y="1989640"/>
                  </a:lnTo>
                  <a:lnTo>
                    <a:pt x="2924246" y="1989640"/>
                  </a:lnTo>
                  <a:lnTo>
                    <a:pt x="2927827" y="1993254"/>
                  </a:lnTo>
                  <a:lnTo>
                    <a:pt x="2927827" y="3341700"/>
                  </a:lnTo>
                  <a:lnTo>
                    <a:pt x="2924246" y="3345314"/>
                  </a:lnTo>
                  <a:close/>
                </a:path>
                <a:path extrusionOk="0" h="3807459" w="2927984">
                  <a:moveTo>
                    <a:pt x="2906406" y="3790601"/>
                  </a:moveTo>
                  <a:lnTo>
                    <a:pt x="2890436" y="3790601"/>
                  </a:lnTo>
                  <a:lnTo>
                    <a:pt x="2890436" y="3592111"/>
                  </a:lnTo>
                  <a:lnTo>
                    <a:pt x="2895856" y="3590143"/>
                  </a:lnTo>
                  <a:lnTo>
                    <a:pt x="2901244" y="3587884"/>
                  </a:lnTo>
                  <a:lnTo>
                    <a:pt x="2906406" y="3585560"/>
                  </a:lnTo>
                  <a:lnTo>
                    <a:pt x="2906406" y="3790601"/>
                  </a:lnTo>
                  <a:close/>
                </a:path>
                <a:path extrusionOk="0" h="3807459" w="2927984">
                  <a:moveTo>
                    <a:pt x="2900437" y="3807091"/>
                  </a:moveTo>
                  <a:lnTo>
                    <a:pt x="2897953" y="3807091"/>
                  </a:lnTo>
                  <a:lnTo>
                    <a:pt x="0" y="3618669"/>
                  </a:lnTo>
                  <a:lnTo>
                    <a:pt x="234183" y="3617862"/>
                  </a:lnTo>
                  <a:lnTo>
                    <a:pt x="2890436" y="3790601"/>
                  </a:lnTo>
                  <a:lnTo>
                    <a:pt x="2906406" y="3790601"/>
                  </a:lnTo>
                  <a:lnTo>
                    <a:pt x="2906406" y="3801314"/>
                  </a:lnTo>
                  <a:lnTo>
                    <a:pt x="2905535" y="3803476"/>
                  </a:lnTo>
                  <a:lnTo>
                    <a:pt x="2903889" y="3804929"/>
                  </a:lnTo>
                  <a:lnTo>
                    <a:pt x="2902438" y="3806413"/>
                  </a:lnTo>
                  <a:lnTo>
                    <a:pt x="2900437" y="3807091"/>
                  </a:lnTo>
                  <a:close/>
                </a:path>
              </a:pathLst>
            </a:custGeom>
            <a:solidFill>
              <a:srgbClr val="1A1D2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12365854" y="3365851"/>
              <a:ext cx="3235325" cy="3788410"/>
            </a:xfrm>
            <a:custGeom>
              <a:rect b="b" l="l" r="r" t="t"/>
              <a:pathLst>
                <a:path extrusionOk="0" h="3788409" w="3235325">
                  <a:moveTo>
                    <a:pt x="12452" y="3788084"/>
                  </a:moveTo>
                  <a:lnTo>
                    <a:pt x="7936" y="3788084"/>
                  </a:lnTo>
                  <a:lnTo>
                    <a:pt x="3516" y="3787955"/>
                  </a:lnTo>
                  <a:lnTo>
                    <a:pt x="0" y="3784276"/>
                  </a:lnTo>
                  <a:lnTo>
                    <a:pt x="117" y="3780242"/>
                  </a:lnTo>
                  <a:lnTo>
                    <a:pt x="23515" y="2840167"/>
                  </a:lnTo>
                  <a:lnTo>
                    <a:pt x="23604" y="2836618"/>
                  </a:lnTo>
                  <a:lnTo>
                    <a:pt x="23711" y="2832294"/>
                  </a:lnTo>
                  <a:lnTo>
                    <a:pt x="36809" y="2840167"/>
                  </a:lnTo>
                  <a:lnTo>
                    <a:pt x="39516" y="2840167"/>
                  </a:lnTo>
                  <a:lnTo>
                    <a:pt x="36067" y="2979862"/>
                  </a:lnTo>
                  <a:lnTo>
                    <a:pt x="35422" y="2981411"/>
                  </a:lnTo>
                  <a:lnTo>
                    <a:pt x="34745" y="2982927"/>
                  </a:lnTo>
                  <a:lnTo>
                    <a:pt x="34261" y="2984476"/>
                  </a:lnTo>
                  <a:lnTo>
                    <a:pt x="34003" y="2985412"/>
                  </a:lnTo>
                  <a:lnTo>
                    <a:pt x="34712" y="2987026"/>
                  </a:lnTo>
                  <a:lnTo>
                    <a:pt x="35809" y="2988736"/>
                  </a:lnTo>
                  <a:lnTo>
                    <a:pt x="16140" y="3779855"/>
                  </a:lnTo>
                  <a:lnTo>
                    <a:pt x="16130" y="3780242"/>
                  </a:lnTo>
                  <a:lnTo>
                    <a:pt x="16011" y="3784276"/>
                  </a:lnTo>
                  <a:lnTo>
                    <a:pt x="16001" y="3784631"/>
                  </a:lnTo>
                  <a:lnTo>
                    <a:pt x="12452" y="3788084"/>
                  </a:lnTo>
                  <a:close/>
                </a:path>
                <a:path extrusionOk="0" h="3788409" w="3235325">
                  <a:moveTo>
                    <a:pt x="39516" y="2840167"/>
                  </a:moveTo>
                  <a:lnTo>
                    <a:pt x="36809" y="2840167"/>
                  </a:lnTo>
                  <a:lnTo>
                    <a:pt x="37777" y="2838328"/>
                  </a:lnTo>
                  <a:lnTo>
                    <a:pt x="38713" y="2836618"/>
                  </a:lnTo>
                  <a:lnTo>
                    <a:pt x="39648" y="2834811"/>
                  </a:lnTo>
                  <a:lnTo>
                    <a:pt x="39562" y="2838328"/>
                  </a:lnTo>
                  <a:lnTo>
                    <a:pt x="39516" y="2840167"/>
                  </a:lnTo>
                  <a:close/>
                </a:path>
                <a:path extrusionOk="0" h="3788409" w="3235325">
                  <a:moveTo>
                    <a:pt x="24002" y="2821419"/>
                  </a:moveTo>
                  <a:lnTo>
                    <a:pt x="49705" y="1788182"/>
                  </a:lnTo>
                  <a:lnTo>
                    <a:pt x="49714" y="1787827"/>
                  </a:lnTo>
                  <a:lnTo>
                    <a:pt x="55069" y="1788182"/>
                  </a:lnTo>
                  <a:lnTo>
                    <a:pt x="65709" y="1788182"/>
                  </a:lnTo>
                  <a:lnTo>
                    <a:pt x="40587" y="2794732"/>
                  </a:lnTo>
                  <a:lnTo>
                    <a:pt x="40390" y="2794732"/>
                  </a:lnTo>
                  <a:lnTo>
                    <a:pt x="36346" y="2798888"/>
                  </a:lnTo>
                  <a:lnTo>
                    <a:pt x="32305" y="2804699"/>
                  </a:lnTo>
                  <a:lnTo>
                    <a:pt x="28209" y="2812198"/>
                  </a:lnTo>
                  <a:lnTo>
                    <a:pt x="24002" y="2821419"/>
                  </a:lnTo>
                  <a:close/>
                </a:path>
                <a:path extrusionOk="0" h="3788409" w="3235325">
                  <a:moveTo>
                    <a:pt x="65709" y="1788182"/>
                  </a:moveTo>
                  <a:lnTo>
                    <a:pt x="61484" y="1788182"/>
                  </a:lnTo>
                  <a:lnTo>
                    <a:pt x="67301" y="1787827"/>
                  </a:lnTo>
                  <a:lnTo>
                    <a:pt x="65718" y="1787827"/>
                  </a:lnTo>
                  <a:lnTo>
                    <a:pt x="65709" y="1788182"/>
                  </a:lnTo>
                  <a:close/>
                </a:path>
                <a:path extrusionOk="0" h="3788409" w="3235325">
                  <a:moveTo>
                    <a:pt x="40584" y="2794861"/>
                  </a:moveTo>
                  <a:lnTo>
                    <a:pt x="40390" y="2794732"/>
                  </a:lnTo>
                  <a:lnTo>
                    <a:pt x="40587" y="2794732"/>
                  </a:lnTo>
                  <a:lnTo>
                    <a:pt x="40584" y="2794861"/>
                  </a:lnTo>
                  <a:close/>
                </a:path>
                <a:path extrusionOk="0" h="3788409" w="3235325">
                  <a:moveTo>
                    <a:pt x="50101" y="1771692"/>
                  </a:moveTo>
                  <a:lnTo>
                    <a:pt x="78610" y="625834"/>
                  </a:lnTo>
                  <a:lnTo>
                    <a:pt x="82330" y="617444"/>
                  </a:lnTo>
                  <a:lnTo>
                    <a:pt x="86846" y="617638"/>
                  </a:lnTo>
                  <a:lnTo>
                    <a:pt x="91174" y="617638"/>
                  </a:lnTo>
                  <a:lnTo>
                    <a:pt x="94783" y="621413"/>
                  </a:lnTo>
                  <a:lnTo>
                    <a:pt x="94665" y="625447"/>
                  </a:lnTo>
                  <a:lnTo>
                    <a:pt x="66232" y="1766626"/>
                  </a:lnTo>
                  <a:lnTo>
                    <a:pt x="50101" y="1771692"/>
                  </a:lnTo>
                  <a:close/>
                </a:path>
                <a:path extrusionOk="0" h="3788409" w="3235325">
                  <a:moveTo>
                    <a:pt x="2091296" y="320307"/>
                  </a:moveTo>
                  <a:lnTo>
                    <a:pt x="522404" y="186065"/>
                  </a:lnTo>
                  <a:lnTo>
                    <a:pt x="538341" y="0"/>
                  </a:lnTo>
                  <a:lnTo>
                    <a:pt x="3235050" y="230759"/>
                  </a:lnTo>
                  <a:lnTo>
                    <a:pt x="3228488" y="307496"/>
                  </a:lnTo>
                  <a:lnTo>
                    <a:pt x="2148785" y="307496"/>
                  </a:lnTo>
                  <a:lnTo>
                    <a:pt x="2132408" y="308386"/>
                  </a:lnTo>
                  <a:lnTo>
                    <a:pt x="2117403" y="310936"/>
                  </a:lnTo>
                  <a:lnTo>
                    <a:pt x="2103717" y="314969"/>
                  </a:lnTo>
                  <a:lnTo>
                    <a:pt x="2091296" y="320307"/>
                  </a:lnTo>
                  <a:close/>
                </a:path>
                <a:path extrusionOk="0" h="3788409" w="3235325">
                  <a:moveTo>
                    <a:pt x="3040386" y="2507114"/>
                  </a:moveTo>
                  <a:lnTo>
                    <a:pt x="3040386" y="2365580"/>
                  </a:lnTo>
                  <a:lnTo>
                    <a:pt x="3035529" y="2314659"/>
                  </a:lnTo>
                  <a:lnTo>
                    <a:pt x="3021565" y="2266987"/>
                  </a:lnTo>
                  <a:lnTo>
                    <a:pt x="2999403" y="2223469"/>
                  </a:lnTo>
                  <a:lnTo>
                    <a:pt x="2969952" y="2185009"/>
                  </a:lnTo>
                  <a:lnTo>
                    <a:pt x="2934122" y="2152512"/>
                  </a:lnTo>
                  <a:lnTo>
                    <a:pt x="2892824" y="2126882"/>
                  </a:lnTo>
                  <a:lnTo>
                    <a:pt x="3040386" y="401529"/>
                  </a:lnTo>
                  <a:lnTo>
                    <a:pt x="2222470" y="331536"/>
                  </a:lnTo>
                  <a:lnTo>
                    <a:pt x="2207799" y="321763"/>
                  </a:lnTo>
                  <a:lnTo>
                    <a:pt x="2190733" y="314167"/>
                  </a:lnTo>
                  <a:lnTo>
                    <a:pt x="2171114" y="309246"/>
                  </a:lnTo>
                  <a:lnTo>
                    <a:pt x="2148785" y="307496"/>
                  </a:lnTo>
                  <a:lnTo>
                    <a:pt x="3228488" y="307496"/>
                  </a:lnTo>
                  <a:lnTo>
                    <a:pt x="3040386" y="2507114"/>
                  </a:lnTo>
                  <a:close/>
                </a:path>
                <a:path extrusionOk="0" h="3788409" w="3235325">
                  <a:moveTo>
                    <a:pt x="2426281" y="1099680"/>
                  </a:moveTo>
                  <a:lnTo>
                    <a:pt x="2149966" y="1099680"/>
                  </a:lnTo>
                  <a:lnTo>
                    <a:pt x="2173437" y="1097755"/>
                  </a:lnTo>
                  <a:lnTo>
                    <a:pt x="2195673" y="1091717"/>
                  </a:lnTo>
                  <a:lnTo>
                    <a:pt x="2232664" y="1067733"/>
                  </a:lnTo>
                  <a:lnTo>
                    <a:pt x="2254660" y="1036603"/>
                  </a:lnTo>
                  <a:lnTo>
                    <a:pt x="2270160" y="980605"/>
                  </a:lnTo>
                  <a:lnTo>
                    <a:pt x="2271020" y="783858"/>
                  </a:lnTo>
                  <a:lnTo>
                    <a:pt x="2271087" y="718803"/>
                  </a:lnTo>
                  <a:lnTo>
                    <a:pt x="2398841" y="709896"/>
                  </a:lnTo>
                  <a:lnTo>
                    <a:pt x="2400067" y="726580"/>
                  </a:lnTo>
                  <a:lnTo>
                    <a:pt x="2426281" y="1099680"/>
                  </a:lnTo>
                  <a:close/>
                </a:path>
                <a:path extrusionOk="0" h="3788409" w="3235325">
                  <a:moveTo>
                    <a:pt x="2148785" y="1062441"/>
                  </a:moveTo>
                  <a:lnTo>
                    <a:pt x="2102605" y="1051001"/>
                  </a:lnTo>
                  <a:lnTo>
                    <a:pt x="2077121" y="1025117"/>
                  </a:lnTo>
                  <a:lnTo>
                    <a:pt x="2066185" y="997435"/>
                  </a:lnTo>
                  <a:lnTo>
                    <a:pt x="2063648" y="980605"/>
                  </a:lnTo>
                  <a:lnTo>
                    <a:pt x="2063648" y="733388"/>
                  </a:lnTo>
                  <a:lnTo>
                    <a:pt x="2233729" y="721449"/>
                  </a:lnTo>
                  <a:lnTo>
                    <a:pt x="2233503" y="969278"/>
                  </a:lnTo>
                  <a:lnTo>
                    <a:pt x="2231798" y="987851"/>
                  </a:lnTo>
                  <a:lnTo>
                    <a:pt x="2221921" y="1019429"/>
                  </a:lnTo>
                  <a:lnTo>
                    <a:pt x="2196656" y="1049223"/>
                  </a:lnTo>
                  <a:lnTo>
                    <a:pt x="2148785" y="1062441"/>
                  </a:lnTo>
                  <a:close/>
                </a:path>
                <a:path extrusionOk="0" h="3788409" w="3235325">
                  <a:moveTo>
                    <a:pt x="1384067" y="1797701"/>
                  </a:moveTo>
                  <a:lnTo>
                    <a:pt x="1345031" y="783858"/>
                  </a:lnTo>
                  <a:lnTo>
                    <a:pt x="2026290" y="736002"/>
                  </a:lnTo>
                  <a:lnTo>
                    <a:pt x="2026354" y="981831"/>
                  </a:lnTo>
                  <a:lnTo>
                    <a:pt x="2033026" y="1017468"/>
                  </a:lnTo>
                  <a:lnTo>
                    <a:pt x="2053187" y="1056100"/>
                  </a:lnTo>
                  <a:lnTo>
                    <a:pt x="2084990" y="1082480"/>
                  </a:lnTo>
                  <a:lnTo>
                    <a:pt x="2036807" y="1082480"/>
                  </a:lnTo>
                  <a:lnTo>
                    <a:pt x="1568601" y="1094258"/>
                  </a:lnTo>
                  <a:lnTo>
                    <a:pt x="1565628" y="1094258"/>
                  </a:lnTo>
                  <a:lnTo>
                    <a:pt x="1563310" y="1096743"/>
                  </a:lnTo>
                  <a:lnTo>
                    <a:pt x="1563407" y="1102648"/>
                  </a:lnTo>
                  <a:lnTo>
                    <a:pt x="1565826" y="1104875"/>
                  </a:lnTo>
                  <a:lnTo>
                    <a:pt x="2426646" y="1104875"/>
                  </a:lnTo>
                  <a:lnTo>
                    <a:pt x="2430010" y="1152763"/>
                  </a:lnTo>
                  <a:lnTo>
                    <a:pt x="2089328" y="1152763"/>
                  </a:lnTo>
                  <a:lnTo>
                    <a:pt x="1561245" y="1169769"/>
                  </a:lnTo>
                  <a:lnTo>
                    <a:pt x="1558400" y="1169769"/>
                  </a:lnTo>
                  <a:lnTo>
                    <a:pt x="1555987" y="1172350"/>
                  </a:lnTo>
                  <a:lnTo>
                    <a:pt x="1556051" y="1175287"/>
                  </a:lnTo>
                  <a:lnTo>
                    <a:pt x="1556148" y="1178159"/>
                  </a:lnTo>
                  <a:lnTo>
                    <a:pt x="1558471" y="1180482"/>
                  </a:lnTo>
                  <a:lnTo>
                    <a:pt x="2431958" y="1180482"/>
                  </a:lnTo>
                  <a:lnTo>
                    <a:pt x="2435381" y="1229209"/>
                  </a:lnTo>
                  <a:lnTo>
                    <a:pt x="1554761" y="1229209"/>
                  </a:lnTo>
                  <a:lnTo>
                    <a:pt x="1552180" y="1231371"/>
                  </a:lnTo>
                  <a:lnTo>
                    <a:pt x="1551664" y="1237244"/>
                  </a:lnTo>
                  <a:lnTo>
                    <a:pt x="1553825" y="1239858"/>
                  </a:lnTo>
                  <a:lnTo>
                    <a:pt x="1556761" y="1240084"/>
                  </a:lnTo>
                  <a:lnTo>
                    <a:pt x="2157334" y="1292812"/>
                  </a:lnTo>
                  <a:lnTo>
                    <a:pt x="2439850" y="1292812"/>
                  </a:lnTo>
                  <a:lnTo>
                    <a:pt x="2473332" y="1769368"/>
                  </a:lnTo>
                  <a:lnTo>
                    <a:pt x="1384067" y="1797701"/>
                  </a:lnTo>
                  <a:close/>
                </a:path>
                <a:path extrusionOk="0" h="3788409" w="3235325">
                  <a:moveTo>
                    <a:pt x="2426646" y="1104875"/>
                  </a:moveTo>
                  <a:lnTo>
                    <a:pt x="1568859" y="1104875"/>
                  </a:lnTo>
                  <a:lnTo>
                    <a:pt x="2040859" y="1093032"/>
                  </a:lnTo>
                  <a:lnTo>
                    <a:pt x="2039936" y="1093032"/>
                  </a:lnTo>
                  <a:lnTo>
                    <a:pt x="2042259" y="1090612"/>
                  </a:lnTo>
                  <a:lnTo>
                    <a:pt x="2042162" y="1087675"/>
                  </a:lnTo>
                  <a:lnTo>
                    <a:pt x="2042098" y="1084739"/>
                  </a:lnTo>
                  <a:lnTo>
                    <a:pt x="2039742" y="1082480"/>
                  </a:lnTo>
                  <a:lnTo>
                    <a:pt x="2084990" y="1082480"/>
                  </a:lnTo>
                  <a:lnTo>
                    <a:pt x="2090540" y="1087083"/>
                  </a:lnTo>
                  <a:lnTo>
                    <a:pt x="2148341" y="1099680"/>
                  </a:lnTo>
                  <a:lnTo>
                    <a:pt x="2426281" y="1099680"/>
                  </a:lnTo>
                  <a:lnTo>
                    <a:pt x="2426646" y="1104875"/>
                  </a:lnTo>
                  <a:close/>
                </a:path>
                <a:path extrusionOk="0" h="3788409" w="3235325">
                  <a:moveTo>
                    <a:pt x="2431958" y="1180482"/>
                  </a:moveTo>
                  <a:lnTo>
                    <a:pt x="1561600" y="1180482"/>
                  </a:lnTo>
                  <a:lnTo>
                    <a:pt x="2089683" y="1163444"/>
                  </a:lnTo>
                  <a:lnTo>
                    <a:pt x="2092618" y="1163283"/>
                  </a:lnTo>
                  <a:lnTo>
                    <a:pt x="2094941" y="1160862"/>
                  </a:lnTo>
                  <a:lnTo>
                    <a:pt x="2094877" y="1157926"/>
                  </a:lnTo>
                  <a:lnTo>
                    <a:pt x="2094780" y="1154989"/>
                  </a:lnTo>
                  <a:lnTo>
                    <a:pt x="2092457" y="1152763"/>
                  </a:lnTo>
                  <a:lnTo>
                    <a:pt x="2430010" y="1152763"/>
                  </a:lnTo>
                  <a:lnTo>
                    <a:pt x="2431958" y="1180482"/>
                  </a:lnTo>
                  <a:close/>
                </a:path>
                <a:path extrusionOk="0" h="3788409" w="3235325">
                  <a:moveTo>
                    <a:pt x="2439850" y="1292812"/>
                  </a:moveTo>
                  <a:lnTo>
                    <a:pt x="2160632" y="1292812"/>
                  </a:lnTo>
                  <a:lnTo>
                    <a:pt x="2162851" y="1290747"/>
                  </a:lnTo>
                  <a:lnTo>
                    <a:pt x="2163367" y="1285036"/>
                  </a:lnTo>
                  <a:lnTo>
                    <a:pt x="2161206" y="1282454"/>
                  </a:lnTo>
                  <a:lnTo>
                    <a:pt x="1557632" y="1229500"/>
                  </a:lnTo>
                  <a:lnTo>
                    <a:pt x="1554761" y="1229209"/>
                  </a:lnTo>
                  <a:lnTo>
                    <a:pt x="2435381" y="1229209"/>
                  </a:lnTo>
                  <a:lnTo>
                    <a:pt x="2439850" y="1292812"/>
                  </a:lnTo>
                  <a:close/>
                </a:path>
              </a:pathLst>
            </a:custGeom>
            <a:solidFill>
              <a:srgbClr val="F1497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12361015" y="3536621"/>
              <a:ext cx="3045459" cy="3756659"/>
            </a:xfrm>
            <a:custGeom>
              <a:rect b="b" l="l" r="r" t="t"/>
              <a:pathLst>
                <a:path extrusionOk="0" h="3756659" w="3045459">
                  <a:moveTo>
                    <a:pt x="1138979" y="866597"/>
                  </a:moveTo>
                  <a:lnTo>
                    <a:pt x="1136560" y="853721"/>
                  </a:lnTo>
                  <a:lnTo>
                    <a:pt x="1143431" y="852656"/>
                  </a:lnTo>
                  <a:lnTo>
                    <a:pt x="1144076" y="856948"/>
                  </a:lnTo>
                  <a:lnTo>
                    <a:pt x="1144754" y="861240"/>
                  </a:lnTo>
                  <a:lnTo>
                    <a:pt x="1145399" y="865532"/>
                  </a:lnTo>
                  <a:lnTo>
                    <a:pt x="1138979" y="866597"/>
                  </a:lnTo>
                  <a:close/>
                </a:path>
                <a:path extrusionOk="0" h="3756659" w="3045459">
                  <a:moveTo>
                    <a:pt x="32680" y="407176"/>
                  </a:moveTo>
                  <a:lnTo>
                    <a:pt x="26189" y="407176"/>
                  </a:lnTo>
                  <a:lnTo>
                    <a:pt x="26002" y="402884"/>
                  </a:lnTo>
                  <a:lnTo>
                    <a:pt x="25841" y="398431"/>
                  </a:lnTo>
                  <a:lnTo>
                    <a:pt x="25600" y="393687"/>
                  </a:lnTo>
                  <a:lnTo>
                    <a:pt x="32325" y="393687"/>
                  </a:lnTo>
                  <a:lnTo>
                    <a:pt x="32551" y="398141"/>
                  </a:lnTo>
                  <a:lnTo>
                    <a:pt x="32841" y="402562"/>
                  </a:lnTo>
                  <a:lnTo>
                    <a:pt x="32680" y="407176"/>
                  </a:lnTo>
                  <a:close/>
                </a:path>
                <a:path extrusionOk="0" h="3756659" w="3045459">
                  <a:moveTo>
                    <a:pt x="26196" y="407337"/>
                  </a:moveTo>
                  <a:lnTo>
                    <a:pt x="26002" y="402884"/>
                  </a:lnTo>
                  <a:lnTo>
                    <a:pt x="26189" y="407176"/>
                  </a:lnTo>
                  <a:lnTo>
                    <a:pt x="26196" y="407337"/>
                  </a:lnTo>
                  <a:close/>
                </a:path>
                <a:path extrusionOk="0" h="3756659" w="3045459">
                  <a:moveTo>
                    <a:pt x="377907" y="972280"/>
                  </a:moveTo>
                  <a:lnTo>
                    <a:pt x="375487" y="969311"/>
                  </a:lnTo>
                  <a:lnTo>
                    <a:pt x="372067" y="966826"/>
                  </a:lnTo>
                  <a:lnTo>
                    <a:pt x="372422" y="965180"/>
                  </a:lnTo>
                  <a:lnTo>
                    <a:pt x="373003" y="962792"/>
                  </a:lnTo>
                  <a:lnTo>
                    <a:pt x="376939" y="958984"/>
                  </a:lnTo>
                  <a:lnTo>
                    <a:pt x="381036" y="960340"/>
                  </a:lnTo>
                  <a:lnTo>
                    <a:pt x="383133" y="963567"/>
                  </a:lnTo>
                  <a:lnTo>
                    <a:pt x="385488" y="965826"/>
                  </a:lnTo>
                  <a:lnTo>
                    <a:pt x="377907" y="972280"/>
                  </a:lnTo>
                  <a:close/>
                </a:path>
                <a:path extrusionOk="0" h="3756659" w="3045459">
                  <a:moveTo>
                    <a:pt x="2976735" y="2757622"/>
                  </a:moveTo>
                  <a:lnTo>
                    <a:pt x="2974896" y="2756944"/>
                  </a:lnTo>
                  <a:lnTo>
                    <a:pt x="2971251" y="2755557"/>
                  </a:lnTo>
                  <a:lnTo>
                    <a:pt x="2973090" y="2749619"/>
                  </a:lnTo>
                  <a:lnTo>
                    <a:pt x="2976800" y="2737776"/>
                  </a:lnTo>
                  <a:lnTo>
                    <a:pt x="2983994" y="2741390"/>
                  </a:lnTo>
                  <a:lnTo>
                    <a:pt x="2976735" y="2757622"/>
                  </a:lnTo>
                  <a:close/>
                </a:path>
                <a:path extrusionOk="0" h="3756659" w="3045459">
                  <a:moveTo>
                    <a:pt x="647190" y="1550646"/>
                  </a:moveTo>
                  <a:lnTo>
                    <a:pt x="642351" y="1550646"/>
                  </a:lnTo>
                  <a:lnTo>
                    <a:pt x="642351" y="1533607"/>
                  </a:lnTo>
                  <a:lnTo>
                    <a:pt x="647190" y="1533607"/>
                  </a:lnTo>
                  <a:lnTo>
                    <a:pt x="647190" y="1550646"/>
                  </a:lnTo>
                  <a:close/>
                </a:path>
                <a:path extrusionOk="0" h="3756659" w="3045459">
                  <a:moveTo>
                    <a:pt x="1259087" y="2004065"/>
                  </a:moveTo>
                  <a:lnTo>
                    <a:pt x="1257055" y="1986800"/>
                  </a:lnTo>
                  <a:lnTo>
                    <a:pt x="1259442" y="1986478"/>
                  </a:lnTo>
                  <a:lnTo>
                    <a:pt x="1261830" y="1986187"/>
                  </a:lnTo>
                  <a:lnTo>
                    <a:pt x="1264217" y="1985865"/>
                  </a:lnTo>
                  <a:lnTo>
                    <a:pt x="1265830" y="1997417"/>
                  </a:lnTo>
                  <a:lnTo>
                    <a:pt x="1266604" y="2003161"/>
                  </a:lnTo>
                  <a:lnTo>
                    <a:pt x="1264120" y="2003484"/>
                  </a:lnTo>
                  <a:lnTo>
                    <a:pt x="1259087" y="2004065"/>
                  </a:lnTo>
                  <a:close/>
                </a:path>
                <a:path extrusionOk="0" h="3756659" w="3045459">
                  <a:moveTo>
                    <a:pt x="2894953" y="3597242"/>
                  </a:moveTo>
                  <a:lnTo>
                    <a:pt x="2890372" y="3593370"/>
                  </a:lnTo>
                  <a:lnTo>
                    <a:pt x="2889662" y="3588465"/>
                  </a:lnTo>
                  <a:lnTo>
                    <a:pt x="2893340" y="3585496"/>
                  </a:lnTo>
                  <a:lnTo>
                    <a:pt x="2898405" y="3578332"/>
                  </a:lnTo>
                  <a:lnTo>
                    <a:pt x="2901083" y="3583592"/>
                  </a:lnTo>
                  <a:lnTo>
                    <a:pt x="2904180" y="3586883"/>
                  </a:lnTo>
                  <a:lnTo>
                    <a:pt x="2903470" y="3592531"/>
                  </a:lnTo>
                  <a:lnTo>
                    <a:pt x="2899792" y="3596500"/>
                  </a:lnTo>
                  <a:lnTo>
                    <a:pt x="2894953" y="3597242"/>
                  </a:lnTo>
                  <a:close/>
                </a:path>
                <a:path extrusionOk="0" h="3756659" w="3045459">
                  <a:moveTo>
                    <a:pt x="233570" y="2618734"/>
                  </a:moveTo>
                  <a:lnTo>
                    <a:pt x="226892" y="2618734"/>
                  </a:lnTo>
                  <a:lnTo>
                    <a:pt x="226440" y="2613345"/>
                  </a:lnTo>
                  <a:lnTo>
                    <a:pt x="226569" y="2608214"/>
                  </a:lnTo>
                  <a:lnTo>
                    <a:pt x="226569" y="2603083"/>
                  </a:lnTo>
                  <a:lnTo>
                    <a:pt x="233570" y="2603083"/>
                  </a:lnTo>
                  <a:lnTo>
                    <a:pt x="233570" y="2618734"/>
                  </a:lnTo>
                  <a:close/>
                </a:path>
                <a:path extrusionOk="0" h="3756659" w="3045459">
                  <a:moveTo>
                    <a:pt x="1306092" y="932394"/>
                  </a:moveTo>
                  <a:lnTo>
                    <a:pt x="1297639" y="931717"/>
                  </a:lnTo>
                  <a:lnTo>
                    <a:pt x="1298617" y="923327"/>
                  </a:lnTo>
                  <a:lnTo>
                    <a:pt x="1299174" y="918874"/>
                  </a:lnTo>
                  <a:lnTo>
                    <a:pt x="1299285" y="918002"/>
                  </a:lnTo>
                  <a:lnTo>
                    <a:pt x="1301543" y="918293"/>
                  </a:lnTo>
                  <a:lnTo>
                    <a:pt x="1305701" y="918293"/>
                  </a:lnTo>
                  <a:lnTo>
                    <a:pt x="1306222" y="922552"/>
                  </a:lnTo>
                  <a:lnTo>
                    <a:pt x="1306318" y="923327"/>
                  </a:lnTo>
                  <a:lnTo>
                    <a:pt x="1306129" y="927135"/>
                  </a:lnTo>
                  <a:lnTo>
                    <a:pt x="1306092" y="932394"/>
                  </a:lnTo>
                  <a:close/>
                </a:path>
                <a:path extrusionOk="0" h="3756659" w="3045459">
                  <a:moveTo>
                    <a:pt x="1518396" y="1845557"/>
                  </a:moveTo>
                  <a:lnTo>
                    <a:pt x="1511950" y="1845557"/>
                  </a:lnTo>
                  <a:lnTo>
                    <a:pt x="1512983" y="1828712"/>
                  </a:lnTo>
                  <a:lnTo>
                    <a:pt x="1513015" y="1828196"/>
                  </a:lnTo>
                  <a:lnTo>
                    <a:pt x="1515499" y="1828389"/>
                  </a:lnTo>
                  <a:lnTo>
                    <a:pt x="1520564" y="1828712"/>
                  </a:lnTo>
                  <a:lnTo>
                    <a:pt x="1518396" y="1845557"/>
                  </a:lnTo>
                  <a:close/>
                </a:path>
                <a:path extrusionOk="0" h="3756659" w="3045459">
                  <a:moveTo>
                    <a:pt x="1518396" y="1845557"/>
                  </a:moveTo>
                  <a:lnTo>
                    <a:pt x="1518375" y="1845718"/>
                  </a:lnTo>
                  <a:lnTo>
                    <a:pt x="1520564" y="1828712"/>
                  </a:lnTo>
                  <a:lnTo>
                    <a:pt x="1518396" y="1845557"/>
                  </a:lnTo>
                  <a:close/>
                </a:path>
                <a:path extrusionOk="0" h="3756659" w="3045459">
                  <a:moveTo>
                    <a:pt x="1518375" y="1845718"/>
                  </a:moveTo>
                  <a:lnTo>
                    <a:pt x="1518359" y="1845847"/>
                  </a:lnTo>
                  <a:lnTo>
                    <a:pt x="1518396" y="1845557"/>
                  </a:lnTo>
                  <a:lnTo>
                    <a:pt x="1518375" y="1845718"/>
                  </a:lnTo>
                  <a:close/>
                </a:path>
                <a:path extrusionOk="0" h="3756659" w="3045459">
                  <a:moveTo>
                    <a:pt x="1518359" y="1845847"/>
                  </a:moveTo>
                  <a:lnTo>
                    <a:pt x="1518338" y="1846009"/>
                  </a:lnTo>
                  <a:lnTo>
                    <a:pt x="1518375" y="1845718"/>
                  </a:lnTo>
                  <a:lnTo>
                    <a:pt x="1518359" y="1845847"/>
                  </a:lnTo>
                  <a:close/>
                </a:path>
                <a:path extrusionOk="0" h="3756659" w="3045459">
                  <a:moveTo>
                    <a:pt x="524791" y="904546"/>
                  </a:moveTo>
                  <a:lnTo>
                    <a:pt x="522606" y="904546"/>
                  </a:lnTo>
                  <a:lnTo>
                    <a:pt x="518468" y="899996"/>
                  </a:lnTo>
                  <a:lnTo>
                    <a:pt x="518630" y="897705"/>
                  </a:lnTo>
                  <a:lnTo>
                    <a:pt x="518747" y="896059"/>
                  </a:lnTo>
                  <a:lnTo>
                    <a:pt x="518823" y="894994"/>
                  </a:lnTo>
                  <a:lnTo>
                    <a:pt x="522662" y="892509"/>
                  </a:lnTo>
                  <a:lnTo>
                    <a:pt x="526050" y="888669"/>
                  </a:lnTo>
                  <a:lnTo>
                    <a:pt x="529018" y="892897"/>
                  </a:lnTo>
                  <a:lnTo>
                    <a:pt x="532857" y="896059"/>
                  </a:lnTo>
                  <a:lnTo>
                    <a:pt x="531889" y="900996"/>
                  </a:lnTo>
                  <a:lnTo>
                    <a:pt x="527598" y="904385"/>
                  </a:lnTo>
                  <a:lnTo>
                    <a:pt x="524791" y="904546"/>
                  </a:lnTo>
                  <a:close/>
                </a:path>
                <a:path extrusionOk="0" h="3756659" w="3045459">
                  <a:moveTo>
                    <a:pt x="319256" y="330200"/>
                  </a:moveTo>
                  <a:lnTo>
                    <a:pt x="348517" y="0"/>
                  </a:lnTo>
                  <a:lnTo>
                    <a:pt x="2096135" y="139700"/>
                  </a:lnTo>
                  <a:lnTo>
                    <a:pt x="2065921" y="165100"/>
                  </a:lnTo>
                  <a:lnTo>
                    <a:pt x="2045816" y="190500"/>
                  </a:lnTo>
                  <a:lnTo>
                    <a:pt x="2034626" y="215900"/>
                  </a:lnTo>
                  <a:lnTo>
                    <a:pt x="2031161" y="241300"/>
                  </a:lnTo>
                  <a:lnTo>
                    <a:pt x="2031161" y="292100"/>
                  </a:lnTo>
                  <a:lnTo>
                    <a:pt x="319256" y="330200"/>
                  </a:lnTo>
                  <a:close/>
                </a:path>
                <a:path extrusionOk="0" h="3756659" w="3045459">
                  <a:moveTo>
                    <a:pt x="3041970" y="266700"/>
                  </a:moveTo>
                  <a:lnTo>
                    <a:pt x="2264547" y="266700"/>
                  </a:lnTo>
                  <a:lnTo>
                    <a:pt x="2270111" y="254000"/>
                  </a:lnTo>
                  <a:lnTo>
                    <a:pt x="2273582" y="254000"/>
                  </a:lnTo>
                  <a:lnTo>
                    <a:pt x="2274410" y="241300"/>
                  </a:lnTo>
                  <a:lnTo>
                    <a:pt x="2270612" y="228600"/>
                  </a:lnTo>
                  <a:lnTo>
                    <a:pt x="2262002" y="203200"/>
                  </a:lnTo>
                  <a:lnTo>
                    <a:pt x="2247820" y="177800"/>
                  </a:lnTo>
                  <a:lnTo>
                    <a:pt x="2227309" y="152400"/>
                  </a:lnTo>
                  <a:lnTo>
                    <a:pt x="3045225" y="228600"/>
                  </a:lnTo>
                  <a:lnTo>
                    <a:pt x="3041970" y="266700"/>
                  </a:lnTo>
                  <a:close/>
                </a:path>
                <a:path extrusionOk="0" h="3756659" w="3045459">
                  <a:moveTo>
                    <a:pt x="2068487" y="292100"/>
                  </a:moveTo>
                  <a:lnTo>
                    <a:pt x="2068487" y="241300"/>
                  </a:lnTo>
                  <a:lnTo>
                    <a:pt x="2072657" y="228600"/>
                  </a:lnTo>
                  <a:lnTo>
                    <a:pt x="2086703" y="203200"/>
                  </a:lnTo>
                  <a:lnTo>
                    <a:pt x="2112924" y="177800"/>
                  </a:lnTo>
                  <a:lnTo>
                    <a:pt x="2153624" y="165100"/>
                  </a:lnTo>
                  <a:lnTo>
                    <a:pt x="2197730" y="177800"/>
                  </a:lnTo>
                  <a:lnTo>
                    <a:pt x="2222820" y="203200"/>
                  </a:lnTo>
                  <a:lnTo>
                    <a:pt x="2234210" y="228600"/>
                  </a:lnTo>
                  <a:lnTo>
                    <a:pt x="2237213" y="241300"/>
                  </a:lnTo>
                  <a:lnTo>
                    <a:pt x="2239335" y="254000"/>
                  </a:lnTo>
                  <a:lnTo>
                    <a:pt x="2243855" y="254000"/>
                  </a:lnTo>
                  <a:lnTo>
                    <a:pt x="2250111" y="266700"/>
                  </a:lnTo>
                  <a:lnTo>
                    <a:pt x="3041970" y="266700"/>
                  </a:lnTo>
                  <a:lnTo>
                    <a:pt x="3040885" y="279400"/>
                  </a:lnTo>
                  <a:lnTo>
                    <a:pt x="2751746" y="279400"/>
                  </a:lnTo>
                  <a:lnTo>
                    <a:pt x="2068487" y="292100"/>
                  </a:lnTo>
                  <a:close/>
                </a:path>
                <a:path extrusionOk="0" h="3756659" w="3045459">
                  <a:moveTo>
                    <a:pt x="2897663" y="1955800"/>
                  </a:moveTo>
                  <a:lnTo>
                    <a:pt x="2869913" y="1943100"/>
                  </a:lnTo>
                  <a:lnTo>
                    <a:pt x="2840658" y="1930400"/>
                  </a:lnTo>
                  <a:lnTo>
                    <a:pt x="2810095" y="1917700"/>
                  </a:lnTo>
                  <a:lnTo>
                    <a:pt x="2751746" y="1917700"/>
                  </a:lnTo>
                  <a:lnTo>
                    <a:pt x="2751746" y="279400"/>
                  </a:lnTo>
                  <a:lnTo>
                    <a:pt x="3040885" y="279400"/>
                  </a:lnTo>
                  <a:lnTo>
                    <a:pt x="2897663" y="1955800"/>
                  </a:lnTo>
                  <a:close/>
                </a:path>
                <a:path extrusionOk="0" h="3756659" w="3045459">
                  <a:moveTo>
                    <a:pt x="329289" y="368300"/>
                  </a:moveTo>
                  <a:lnTo>
                    <a:pt x="322675" y="368300"/>
                  </a:lnTo>
                  <a:lnTo>
                    <a:pt x="327805" y="355600"/>
                  </a:lnTo>
                  <a:lnTo>
                    <a:pt x="329289" y="368300"/>
                  </a:lnTo>
                  <a:close/>
                </a:path>
                <a:path extrusionOk="0" h="3756659" w="3045459">
                  <a:moveTo>
                    <a:pt x="1347612" y="393700"/>
                  </a:moveTo>
                  <a:lnTo>
                    <a:pt x="1339095" y="393700"/>
                  </a:lnTo>
                  <a:lnTo>
                    <a:pt x="1337986" y="381000"/>
                  </a:lnTo>
                  <a:lnTo>
                    <a:pt x="1337087" y="368300"/>
                  </a:lnTo>
                  <a:lnTo>
                    <a:pt x="1335482" y="355600"/>
                  </a:lnTo>
                  <a:lnTo>
                    <a:pt x="1344128" y="355600"/>
                  </a:lnTo>
                  <a:lnTo>
                    <a:pt x="1345547" y="368300"/>
                  </a:lnTo>
                  <a:lnTo>
                    <a:pt x="1346547" y="381000"/>
                  </a:lnTo>
                  <a:lnTo>
                    <a:pt x="1347612" y="393700"/>
                  </a:lnTo>
                  <a:close/>
                </a:path>
                <a:path extrusionOk="0" h="3756659" w="3045459">
                  <a:moveTo>
                    <a:pt x="330354" y="381000"/>
                  </a:moveTo>
                  <a:lnTo>
                    <a:pt x="321127" y="381000"/>
                  </a:lnTo>
                  <a:lnTo>
                    <a:pt x="320675" y="368300"/>
                  </a:lnTo>
                  <a:lnTo>
                    <a:pt x="329676" y="368300"/>
                  </a:lnTo>
                  <a:lnTo>
                    <a:pt x="330354" y="381000"/>
                  </a:lnTo>
                  <a:close/>
                </a:path>
                <a:path extrusionOk="0" h="3756659" w="3045459">
                  <a:moveTo>
                    <a:pt x="2378748" y="406400"/>
                  </a:moveTo>
                  <a:lnTo>
                    <a:pt x="2359490" y="406400"/>
                  </a:lnTo>
                  <a:lnTo>
                    <a:pt x="2357168" y="393700"/>
                  </a:lnTo>
                  <a:lnTo>
                    <a:pt x="2361270" y="381000"/>
                  </a:lnTo>
                  <a:lnTo>
                    <a:pt x="2372129" y="381000"/>
                  </a:lnTo>
                  <a:lnTo>
                    <a:pt x="2380501" y="393700"/>
                  </a:lnTo>
                  <a:lnTo>
                    <a:pt x="2382828" y="393700"/>
                  </a:lnTo>
                  <a:lnTo>
                    <a:pt x="2378748" y="406400"/>
                  </a:lnTo>
                  <a:close/>
                </a:path>
                <a:path extrusionOk="0" h="3756659" w="3045459">
                  <a:moveTo>
                    <a:pt x="2481494" y="406400"/>
                  </a:moveTo>
                  <a:lnTo>
                    <a:pt x="2469009" y="406400"/>
                  </a:lnTo>
                  <a:lnTo>
                    <a:pt x="2462751" y="393700"/>
                  </a:lnTo>
                  <a:lnTo>
                    <a:pt x="2481720" y="393700"/>
                  </a:lnTo>
                  <a:lnTo>
                    <a:pt x="2481494" y="406400"/>
                  </a:lnTo>
                  <a:close/>
                </a:path>
                <a:path extrusionOk="0" h="3756659" w="3045459">
                  <a:moveTo>
                    <a:pt x="2322350" y="444500"/>
                  </a:moveTo>
                  <a:lnTo>
                    <a:pt x="2307445" y="444500"/>
                  </a:lnTo>
                  <a:lnTo>
                    <a:pt x="2301929" y="431800"/>
                  </a:lnTo>
                  <a:lnTo>
                    <a:pt x="2305245" y="431800"/>
                  </a:lnTo>
                  <a:lnTo>
                    <a:pt x="2309220" y="419100"/>
                  </a:lnTo>
                  <a:lnTo>
                    <a:pt x="2317382" y="419100"/>
                  </a:lnTo>
                  <a:lnTo>
                    <a:pt x="2322350" y="444500"/>
                  </a:lnTo>
                  <a:close/>
                </a:path>
                <a:path extrusionOk="0" h="3756659" w="3045459">
                  <a:moveTo>
                    <a:pt x="2513820" y="431800"/>
                  </a:moveTo>
                  <a:lnTo>
                    <a:pt x="2504593" y="431800"/>
                  </a:lnTo>
                  <a:lnTo>
                    <a:pt x="2502948" y="419100"/>
                  </a:lnTo>
                  <a:lnTo>
                    <a:pt x="2514820" y="419100"/>
                  </a:lnTo>
                  <a:lnTo>
                    <a:pt x="2513820" y="431800"/>
                  </a:lnTo>
                  <a:close/>
                </a:path>
                <a:path extrusionOk="0" h="3756659" w="3045459">
                  <a:moveTo>
                    <a:pt x="463592" y="457200"/>
                  </a:moveTo>
                  <a:lnTo>
                    <a:pt x="456495" y="457200"/>
                  </a:lnTo>
                  <a:lnTo>
                    <a:pt x="449397" y="444500"/>
                  </a:lnTo>
                  <a:lnTo>
                    <a:pt x="465237" y="444500"/>
                  </a:lnTo>
                  <a:lnTo>
                    <a:pt x="463592" y="457200"/>
                  </a:lnTo>
                  <a:close/>
                </a:path>
                <a:path extrusionOk="0" h="3756659" w="3045459">
                  <a:moveTo>
                    <a:pt x="2711678" y="469900"/>
                  </a:moveTo>
                  <a:lnTo>
                    <a:pt x="2706258" y="469900"/>
                  </a:lnTo>
                  <a:lnTo>
                    <a:pt x="2706258" y="444500"/>
                  </a:lnTo>
                  <a:lnTo>
                    <a:pt x="2711678" y="444500"/>
                  </a:lnTo>
                  <a:lnTo>
                    <a:pt x="2711678" y="469900"/>
                  </a:lnTo>
                  <a:close/>
                </a:path>
                <a:path extrusionOk="0" h="3756659" w="3045459">
                  <a:moveTo>
                    <a:pt x="2428683" y="482600"/>
                  </a:moveTo>
                  <a:lnTo>
                    <a:pt x="2415294" y="482600"/>
                  </a:lnTo>
                  <a:lnTo>
                    <a:pt x="2420714" y="469900"/>
                  </a:lnTo>
                  <a:lnTo>
                    <a:pt x="2428683" y="482600"/>
                  </a:lnTo>
                  <a:close/>
                </a:path>
                <a:path extrusionOk="0" h="3756659" w="3045459">
                  <a:moveTo>
                    <a:pt x="2434780" y="495300"/>
                  </a:moveTo>
                  <a:lnTo>
                    <a:pt x="2394720" y="495300"/>
                  </a:lnTo>
                  <a:lnTo>
                    <a:pt x="2401257" y="482600"/>
                  </a:lnTo>
                  <a:lnTo>
                    <a:pt x="2435038" y="482600"/>
                  </a:lnTo>
                  <a:lnTo>
                    <a:pt x="2434780" y="495300"/>
                  </a:lnTo>
                  <a:close/>
                </a:path>
                <a:path extrusionOk="0" h="3756659" w="3045459">
                  <a:moveTo>
                    <a:pt x="1890199" y="508000"/>
                  </a:moveTo>
                  <a:lnTo>
                    <a:pt x="1880278" y="508000"/>
                  </a:lnTo>
                  <a:lnTo>
                    <a:pt x="1874307" y="495300"/>
                  </a:lnTo>
                  <a:lnTo>
                    <a:pt x="1898729" y="495300"/>
                  </a:lnTo>
                  <a:lnTo>
                    <a:pt x="1890199" y="508000"/>
                  </a:lnTo>
                  <a:close/>
                </a:path>
                <a:path extrusionOk="0" h="3756659" w="3045459">
                  <a:moveTo>
                    <a:pt x="2408150" y="508000"/>
                  </a:moveTo>
                  <a:lnTo>
                    <a:pt x="2384775" y="508000"/>
                  </a:lnTo>
                  <a:lnTo>
                    <a:pt x="2385904" y="495300"/>
                  </a:lnTo>
                  <a:lnTo>
                    <a:pt x="2417077" y="495300"/>
                  </a:lnTo>
                  <a:lnTo>
                    <a:pt x="2408150" y="508000"/>
                  </a:lnTo>
                  <a:close/>
                </a:path>
                <a:path extrusionOk="0" h="3756659" w="3045459">
                  <a:moveTo>
                    <a:pt x="2566470" y="533400"/>
                  </a:moveTo>
                  <a:lnTo>
                    <a:pt x="2551856" y="533400"/>
                  </a:lnTo>
                  <a:lnTo>
                    <a:pt x="2550265" y="520700"/>
                  </a:lnTo>
                  <a:lnTo>
                    <a:pt x="2548904" y="520700"/>
                  </a:lnTo>
                  <a:lnTo>
                    <a:pt x="2546146" y="495300"/>
                  </a:lnTo>
                  <a:lnTo>
                    <a:pt x="2566890" y="495300"/>
                  </a:lnTo>
                  <a:lnTo>
                    <a:pt x="2566808" y="520700"/>
                  </a:lnTo>
                  <a:lnTo>
                    <a:pt x="2566470" y="533400"/>
                  </a:lnTo>
                  <a:close/>
                </a:path>
                <a:path extrusionOk="0" h="3756659" w="3045459">
                  <a:moveTo>
                    <a:pt x="567699" y="533400"/>
                  </a:moveTo>
                  <a:lnTo>
                    <a:pt x="558924" y="533400"/>
                  </a:lnTo>
                  <a:lnTo>
                    <a:pt x="561118" y="520700"/>
                  </a:lnTo>
                  <a:lnTo>
                    <a:pt x="568860" y="520700"/>
                  </a:lnTo>
                  <a:lnTo>
                    <a:pt x="567699" y="533400"/>
                  </a:lnTo>
                  <a:close/>
                </a:path>
                <a:path extrusionOk="0" h="3756659" w="3045459">
                  <a:moveTo>
                    <a:pt x="2503625" y="635000"/>
                  </a:moveTo>
                  <a:lnTo>
                    <a:pt x="2491745" y="635000"/>
                  </a:lnTo>
                  <a:lnTo>
                    <a:pt x="2486191" y="622300"/>
                  </a:lnTo>
                  <a:lnTo>
                    <a:pt x="2483365" y="622300"/>
                  </a:lnTo>
                  <a:lnTo>
                    <a:pt x="2481627" y="609600"/>
                  </a:lnTo>
                  <a:lnTo>
                    <a:pt x="2481389" y="596900"/>
                  </a:lnTo>
                  <a:lnTo>
                    <a:pt x="2481841" y="584200"/>
                  </a:lnTo>
                  <a:lnTo>
                    <a:pt x="2482172" y="571500"/>
                  </a:lnTo>
                  <a:lnTo>
                    <a:pt x="2490237" y="571500"/>
                  </a:lnTo>
                  <a:lnTo>
                    <a:pt x="2502690" y="609600"/>
                  </a:lnTo>
                  <a:lnTo>
                    <a:pt x="2502432" y="609600"/>
                  </a:lnTo>
                  <a:lnTo>
                    <a:pt x="2502432" y="622300"/>
                  </a:lnTo>
                  <a:lnTo>
                    <a:pt x="2503625" y="635000"/>
                  </a:lnTo>
                  <a:close/>
                </a:path>
                <a:path extrusionOk="0" h="3756659" w="3045459">
                  <a:moveTo>
                    <a:pt x="464205" y="622300"/>
                  </a:moveTo>
                  <a:lnTo>
                    <a:pt x="462463" y="609600"/>
                  </a:lnTo>
                  <a:lnTo>
                    <a:pt x="470270" y="609600"/>
                  </a:lnTo>
                  <a:lnTo>
                    <a:pt x="464205" y="622300"/>
                  </a:lnTo>
                  <a:close/>
                </a:path>
                <a:path extrusionOk="0" h="3756659" w="3045459">
                  <a:moveTo>
                    <a:pt x="1219600" y="635000"/>
                  </a:moveTo>
                  <a:lnTo>
                    <a:pt x="1222636" y="622300"/>
                  </a:lnTo>
                  <a:lnTo>
                    <a:pt x="1227947" y="609600"/>
                  </a:lnTo>
                  <a:lnTo>
                    <a:pt x="1234408" y="609600"/>
                  </a:lnTo>
                  <a:lnTo>
                    <a:pt x="1240892" y="622300"/>
                  </a:lnTo>
                  <a:lnTo>
                    <a:pt x="1249022" y="622300"/>
                  </a:lnTo>
                  <a:lnTo>
                    <a:pt x="1219600" y="635000"/>
                  </a:lnTo>
                  <a:close/>
                </a:path>
                <a:path extrusionOk="0" h="3756659" w="3045459">
                  <a:moveTo>
                    <a:pt x="1002095" y="635000"/>
                  </a:moveTo>
                  <a:lnTo>
                    <a:pt x="990965" y="635000"/>
                  </a:lnTo>
                  <a:lnTo>
                    <a:pt x="995836" y="622300"/>
                  </a:lnTo>
                  <a:lnTo>
                    <a:pt x="998901" y="622300"/>
                  </a:lnTo>
                  <a:lnTo>
                    <a:pt x="1002095" y="635000"/>
                  </a:lnTo>
                  <a:close/>
                </a:path>
                <a:path extrusionOk="0" h="3756659" w="3045459">
                  <a:moveTo>
                    <a:pt x="995223" y="647700"/>
                  </a:moveTo>
                  <a:lnTo>
                    <a:pt x="992707" y="647700"/>
                  </a:lnTo>
                  <a:lnTo>
                    <a:pt x="988578" y="635000"/>
                  </a:lnTo>
                  <a:lnTo>
                    <a:pt x="997514" y="635000"/>
                  </a:lnTo>
                  <a:lnTo>
                    <a:pt x="995223" y="647700"/>
                  </a:lnTo>
                  <a:close/>
                </a:path>
                <a:path extrusionOk="0" h="3756659" w="3045459">
                  <a:moveTo>
                    <a:pt x="2467719" y="698500"/>
                  </a:moveTo>
                  <a:lnTo>
                    <a:pt x="2450620" y="673100"/>
                  </a:lnTo>
                  <a:lnTo>
                    <a:pt x="2450846" y="673100"/>
                  </a:lnTo>
                  <a:lnTo>
                    <a:pt x="2450500" y="660400"/>
                  </a:lnTo>
                  <a:lnTo>
                    <a:pt x="2449483" y="647700"/>
                  </a:lnTo>
                  <a:lnTo>
                    <a:pt x="2447825" y="647700"/>
                  </a:lnTo>
                  <a:lnTo>
                    <a:pt x="2445555" y="635000"/>
                  </a:lnTo>
                  <a:lnTo>
                    <a:pt x="2492592" y="660400"/>
                  </a:lnTo>
                  <a:lnTo>
                    <a:pt x="2467719" y="698500"/>
                  </a:lnTo>
                  <a:close/>
                </a:path>
                <a:path extrusionOk="0" h="3756659" w="3045459">
                  <a:moveTo>
                    <a:pt x="1156981" y="673100"/>
                  </a:moveTo>
                  <a:lnTo>
                    <a:pt x="1147238" y="673100"/>
                  </a:lnTo>
                  <a:lnTo>
                    <a:pt x="1152271" y="660400"/>
                  </a:lnTo>
                  <a:lnTo>
                    <a:pt x="1154755" y="647700"/>
                  </a:lnTo>
                  <a:lnTo>
                    <a:pt x="1157110" y="660400"/>
                  </a:lnTo>
                  <a:lnTo>
                    <a:pt x="1159820" y="660400"/>
                  </a:lnTo>
                  <a:lnTo>
                    <a:pt x="1156981" y="673100"/>
                  </a:lnTo>
                  <a:close/>
                </a:path>
                <a:path extrusionOk="0" h="3756659" w="3045459">
                  <a:moveTo>
                    <a:pt x="2682868" y="673100"/>
                  </a:moveTo>
                  <a:lnTo>
                    <a:pt x="2676577" y="673100"/>
                  </a:lnTo>
                  <a:lnTo>
                    <a:pt x="2676255" y="660400"/>
                  </a:lnTo>
                  <a:lnTo>
                    <a:pt x="2689159" y="660400"/>
                  </a:lnTo>
                  <a:lnTo>
                    <a:pt x="2682868" y="673100"/>
                  </a:lnTo>
                  <a:close/>
                </a:path>
                <a:path extrusionOk="0" h="3756659" w="3045459">
                  <a:moveTo>
                    <a:pt x="564634" y="711200"/>
                  </a:moveTo>
                  <a:lnTo>
                    <a:pt x="563763" y="698500"/>
                  </a:lnTo>
                  <a:lnTo>
                    <a:pt x="562343" y="685800"/>
                  </a:lnTo>
                  <a:lnTo>
                    <a:pt x="615838" y="685800"/>
                  </a:lnTo>
                  <a:lnTo>
                    <a:pt x="615381" y="698500"/>
                  </a:lnTo>
                  <a:lnTo>
                    <a:pt x="564634" y="711200"/>
                  </a:lnTo>
                  <a:close/>
                </a:path>
                <a:path extrusionOk="0" h="3756659" w="3045459">
                  <a:moveTo>
                    <a:pt x="839241" y="711200"/>
                  </a:moveTo>
                  <a:lnTo>
                    <a:pt x="831918" y="711200"/>
                  </a:lnTo>
                  <a:lnTo>
                    <a:pt x="831918" y="698500"/>
                  </a:lnTo>
                  <a:lnTo>
                    <a:pt x="831208" y="698500"/>
                  </a:lnTo>
                  <a:lnTo>
                    <a:pt x="830079" y="685800"/>
                  </a:lnTo>
                  <a:lnTo>
                    <a:pt x="836112" y="685800"/>
                  </a:lnTo>
                  <a:lnTo>
                    <a:pt x="839241" y="711200"/>
                  </a:lnTo>
                  <a:close/>
                </a:path>
                <a:path extrusionOk="0" h="3756659" w="3045459">
                  <a:moveTo>
                    <a:pt x="416684" y="723900"/>
                  </a:moveTo>
                  <a:lnTo>
                    <a:pt x="402490" y="723900"/>
                  </a:lnTo>
                  <a:lnTo>
                    <a:pt x="403909" y="711200"/>
                  </a:lnTo>
                  <a:lnTo>
                    <a:pt x="419136" y="711200"/>
                  </a:lnTo>
                  <a:lnTo>
                    <a:pt x="416684" y="723900"/>
                  </a:lnTo>
                  <a:close/>
                </a:path>
                <a:path extrusionOk="0" h="3756659" w="3045459">
                  <a:moveTo>
                    <a:pt x="878825" y="736600"/>
                  </a:moveTo>
                  <a:lnTo>
                    <a:pt x="871437" y="736600"/>
                  </a:lnTo>
                  <a:lnTo>
                    <a:pt x="869695" y="723900"/>
                  </a:lnTo>
                  <a:lnTo>
                    <a:pt x="867986" y="723900"/>
                  </a:lnTo>
                  <a:lnTo>
                    <a:pt x="866243" y="711200"/>
                  </a:lnTo>
                  <a:lnTo>
                    <a:pt x="874276" y="711200"/>
                  </a:lnTo>
                  <a:lnTo>
                    <a:pt x="878825" y="736600"/>
                  </a:lnTo>
                  <a:close/>
                </a:path>
                <a:path extrusionOk="0" h="3756659" w="3045459">
                  <a:moveTo>
                    <a:pt x="993738" y="825500"/>
                  </a:moveTo>
                  <a:lnTo>
                    <a:pt x="982964" y="825500"/>
                  </a:lnTo>
                  <a:lnTo>
                    <a:pt x="979129" y="800100"/>
                  </a:lnTo>
                  <a:lnTo>
                    <a:pt x="977425" y="787400"/>
                  </a:lnTo>
                  <a:lnTo>
                    <a:pt x="976189" y="774700"/>
                  </a:lnTo>
                  <a:lnTo>
                    <a:pt x="994256" y="774700"/>
                  </a:lnTo>
                  <a:lnTo>
                    <a:pt x="998966" y="787400"/>
                  </a:lnTo>
                  <a:lnTo>
                    <a:pt x="999353" y="787400"/>
                  </a:lnTo>
                  <a:lnTo>
                    <a:pt x="1001514" y="800100"/>
                  </a:lnTo>
                  <a:lnTo>
                    <a:pt x="1002753" y="812800"/>
                  </a:lnTo>
                  <a:lnTo>
                    <a:pt x="1000248" y="812800"/>
                  </a:lnTo>
                  <a:lnTo>
                    <a:pt x="993738" y="825500"/>
                  </a:lnTo>
                  <a:close/>
                </a:path>
                <a:path extrusionOk="0" h="3756659" w="3045459">
                  <a:moveTo>
                    <a:pt x="1265572" y="812800"/>
                  </a:moveTo>
                  <a:lnTo>
                    <a:pt x="1263765" y="800100"/>
                  </a:lnTo>
                  <a:lnTo>
                    <a:pt x="1260475" y="800100"/>
                  </a:lnTo>
                  <a:lnTo>
                    <a:pt x="1263298" y="787400"/>
                  </a:lnTo>
                  <a:lnTo>
                    <a:pt x="1266439" y="787400"/>
                  </a:lnTo>
                  <a:lnTo>
                    <a:pt x="1273056" y="774700"/>
                  </a:lnTo>
                  <a:lnTo>
                    <a:pt x="1275541" y="774700"/>
                  </a:lnTo>
                  <a:lnTo>
                    <a:pt x="1282025" y="787400"/>
                  </a:lnTo>
                  <a:lnTo>
                    <a:pt x="1265572" y="812800"/>
                  </a:lnTo>
                  <a:close/>
                </a:path>
                <a:path extrusionOk="0" h="3756659" w="3045459">
                  <a:moveTo>
                    <a:pt x="478948" y="825500"/>
                  </a:moveTo>
                  <a:lnTo>
                    <a:pt x="466721" y="825500"/>
                  </a:lnTo>
                  <a:lnTo>
                    <a:pt x="462313" y="812800"/>
                  </a:lnTo>
                  <a:lnTo>
                    <a:pt x="458168" y="800100"/>
                  </a:lnTo>
                  <a:lnTo>
                    <a:pt x="453969" y="800100"/>
                  </a:lnTo>
                  <a:lnTo>
                    <a:pt x="449397" y="787400"/>
                  </a:lnTo>
                  <a:lnTo>
                    <a:pt x="468464" y="787400"/>
                  </a:lnTo>
                  <a:lnTo>
                    <a:pt x="478948" y="825500"/>
                  </a:lnTo>
                  <a:close/>
                </a:path>
                <a:path extrusionOk="0" h="3756659" w="3045459">
                  <a:moveTo>
                    <a:pt x="655123" y="850900"/>
                  </a:moveTo>
                  <a:lnTo>
                    <a:pt x="648864" y="850900"/>
                  </a:lnTo>
                  <a:lnTo>
                    <a:pt x="641268" y="838200"/>
                  </a:lnTo>
                  <a:lnTo>
                    <a:pt x="629350" y="825500"/>
                  </a:lnTo>
                  <a:lnTo>
                    <a:pt x="636976" y="812800"/>
                  </a:lnTo>
                  <a:lnTo>
                    <a:pt x="643299" y="812800"/>
                  </a:lnTo>
                  <a:lnTo>
                    <a:pt x="651067" y="825500"/>
                  </a:lnTo>
                  <a:lnTo>
                    <a:pt x="663030" y="838200"/>
                  </a:lnTo>
                  <a:lnTo>
                    <a:pt x="655123" y="850900"/>
                  </a:lnTo>
                  <a:close/>
                </a:path>
                <a:path extrusionOk="0" h="3756659" w="3045459">
                  <a:moveTo>
                    <a:pt x="739070" y="838200"/>
                  </a:moveTo>
                  <a:lnTo>
                    <a:pt x="707422" y="812800"/>
                  </a:lnTo>
                  <a:lnTo>
                    <a:pt x="750297" y="812800"/>
                  </a:lnTo>
                  <a:lnTo>
                    <a:pt x="743199" y="825500"/>
                  </a:lnTo>
                  <a:lnTo>
                    <a:pt x="739070" y="838200"/>
                  </a:lnTo>
                  <a:close/>
                </a:path>
                <a:path extrusionOk="0" h="3756659" w="3045459">
                  <a:moveTo>
                    <a:pt x="2704838" y="863600"/>
                  </a:moveTo>
                  <a:lnTo>
                    <a:pt x="2689385" y="838200"/>
                  </a:lnTo>
                  <a:lnTo>
                    <a:pt x="2705639" y="825500"/>
                  </a:lnTo>
                  <a:lnTo>
                    <a:pt x="2724173" y="825500"/>
                  </a:lnTo>
                  <a:lnTo>
                    <a:pt x="2731970" y="838200"/>
                  </a:lnTo>
                  <a:lnTo>
                    <a:pt x="2725639" y="838200"/>
                  </a:lnTo>
                  <a:lnTo>
                    <a:pt x="2704838" y="863600"/>
                  </a:lnTo>
                  <a:close/>
                </a:path>
                <a:path extrusionOk="0" h="3756659" w="3045459">
                  <a:moveTo>
                    <a:pt x="632600" y="876300"/>
                  </a:moveTo>
                  <a:lnTo>
                    <a:pt x="594002" y="876300"/>
                  </a:lnTo>
                  <a:lnTo>
                    <a:pt x="596895" y="863600"/>
                  </a:lnTo>
                  <a:lnTo>
                    <a:pt x="601046" y="850900"/>
                  </a:lnTo>
                  <a:lnTo>
                    <a:pt x="613073" y="850900"/>
                  </a:lnTo>
                  <a:lnTo>
                    <a:pt x="619801" y="863600"/>
                  </a:lnTo>
                  <a:lnTo>
                    <a:pt x="625862" y="863600"/>
                  </a:lnTo>
                  <a:lnTo>
                    <a:pt x="632600" y="876300"/>
                  </a:lnTo>
                  <a:close/>
                </a:path>
                <a:path extrusionOk="0" h="3756659" w="3045459">
                  <a:moveTo>
                    <a:pt x="630616" y="901700"/>
                  </a:moveTo>
                  <a:lnTo>
                    <a:pt x="590024" y="901700"/>
                  </a:lnTo>
                  <a:lnTo>
                    <a:pt x="591265" y="889000"/>
                  </a:lnTo>
                  <a:lnTo>
                    <a:pt x="592358" y="876300"/>
                  </a:lnTo>
                  <a:lnTo>
                    <a:pt x="640052" y="876300"/>
                  </a:lnTo>
                  <a:lnTo>
                    <a:pt x="648255" y="889000"/>
                  </a:lnTo>
                  <a:lnTo>
                    <a:pt x="638773" y="889000"/>
                  </a:lnTo>
                  <a:lnTo>
                    <a:pt x="630616" y="901700"/>
                  </a:lnTo>
                  <a:close/>
                </a:path>
                <a:path extrusionOk="0" h="3756659" w="3045459">
                  <a:moveTo>
                    <a:pt x="329587" y="914400"/>
                  </a:moveTo>
                  <a:lnTo>
                    <a:pt x="314868" y="914400"/>
                  </a:lnTo>
                  <a:lnTo>
                    <a:pt x="310513" y="901700"/>
                  </a:lnTo>
                  <a:lnTo>
                    <a:pt x="335694" y="901700"/>
                  </a:lnTo>
                  <a:lnTo>
                    <a:pt x="329587" y="914400"/>
                  </a:lnTo>
                  <a:close/>
                </a:path>
                <a:path extrusionOk="0" h="3756659" w="3045459">
                  <a:moveTo>
                    <a:pt x="2580052" y="990600"/>
                  </a:moveTo>
                  <a:lnTo>
                    <a:pt x="2553953" y="977900"/>
                  </a:lnTo>
                  <a:lnTo>
                    <a:pt x="2579858" y="901700"/>
                  </a:lnTo>
                  <a:lnTo>
                    <a:pt x="2601054" y="901700"/>
                  </a:lnTo>
                  <a:lnTo>
                    <a:pt x="2595813" y="927100"/>
                  </a:lnTo>
                  <a:lnTo>
                    <a:pt x="2580052" y="990600"/>
                  </a:lnTo>
                  <a:close/>
                </a:path>
                <a:path extrusionOk="0" h="3756659" w="3045459">
                  <a:moveTo>
                    <a:pt x="2523821" y="927100"/>
                  </a:moveTo>
                  <a:lnTo>
                    <a:pt x="2517820" y="927100"/>
                  </a:lnTo>
                  <a:lnTo>
                    <a:pt x="2515110" y="914400"/>
                  </a:lnTo>
                  <a:lnTo>
                    <a:pt x="2529821" y="914400"/>
                  </a:lnTo>
                  <a:lnTo>
                    <a:pt x="2523821" y="927100"/>
                  </a:lnTo>
                  <a:close/>
                </a:path>
                <a:path extrusionOk="0" h="3756659" w="3045459">
                  <a:moveTo>
                    <a:pt x="1173628" y="952500"/>
                  </a:moveTo>
                  <a:lnTo>
                    <a:pt x="1154723" y="952500"/>
                  </a:lnTo>
                  <a:lnTo>
                    <a:pt x="1153722" y="939800"/>
                  </a:lnTo>
                  <a:lnTo>
                    <a:pt x="1173079" y="939800"/>
                  </a:lnTo>
                  <a:lnTo>
                    <a:pt x="1173628" y="952500"/>
                  </a:lnTo>
                  <a:close/>
                </a:path>
                <a:path extrusionOk="0" h="3756659" w="3045459">
                  <a:moveTo>
                    <a:pt x="371152" y="1016000"/>
                  </a:moveTo>
                  <a:lnTo>
                    <a:pt x="349567" y="1016000"/>
                  </a:lnTo>
                  <a:lnTo>
                    <a:pt x="351291" y="1003300"/>
                  </a:lnTo>
                  <a:lnTo>
                    <a:pt x="356324" y="1003300"/>
                  </a:lnTo>
                  <a:lnTo>
                    <a:pt x="358485" y="990600"/>
                  </a:lnTo>
                  <a:lnTo>
                    <a:pt x="364808" y="990600"/>
                  </a:lnTo>
                  <a:lnTo>
                    <a:pt x="371499" y="1003300"/>
                  </a:lnTo>
                  <a:lnTo>
                    <a:pt x="371152" y="1016000"/>
                  </a:lnTo>
                  <a:close/>
                </a:path>
                <a:path extrusionOk="0" h="3756659" w="3045459">
                  <a:moveTo>
                    <a:pt x="364163" y="1028700"/>
                  </a:moveTo>
                  <a:lnTo>
                    <a:pt x="346954" y="1028700"/>
                  </a:lnTo>
                  <a:lnTo>
                    <a:pt x="348170" y="1016000"/>
                  </a:lnTo>
                  <a:lnTo>
                    <a:pt x="367472" y="1016000"/>
                  </a:lnTo>
                  <a:lnTo>
                    <a:pt x="364163" y="1028700"/>
                  </a:lnTo>
                  <a:close/>
                </a:path>
                <a:path extrusionOk="0" h="3756659" w="3045459">
                  <a:moveTo>
                    <a:pt x="348194" y="1041400"/>
                  </a:moveTo>
                  <a:lnTo>
                    <a:pt x="345678" y="1041400"/>
                  </a:lnTo>
                  <a:lnTo>
                    <a:pt x="345774" y="1028700"/>
                  </a:lnTo>
                  <a:lnTo>
                    <a:pt x="354162" y="1028700"/>
                  </a:lnTo>
                  <a:lnTo>
                    <a:pt x="348194" y="1041400"/>
                  </a:lnTo>
                  <a:close/>
                </a:path>
                <a:path extrusionOk="0" h="3756659" w="3045459">
                  <a:moveTo>
                    <a:pt x="629640" y="1054100"/>
                  </a:moveTo>
                  <a:lnTo>
                    <a:pt x="593877" y="1054100"/>
                  </a:lnTo>
                  <a:lnTo>
                    <a:pt x="581410" y="1041400"/>
                  </a:lnTo>
                  <a:lnTo>
                    <a:pt x="581990" y="1041400"/>
                  </a:lnTo>
                  <a:lnTo>
                    <a:pt x="583184" y="1028700"/>
                  </a:lnTo>
                  <a:lnTo>
                    <a:pt x="629640" y="1054100"/>
                  </a:lnTo>
                  <a:close/>
                </a:path>
                <a:path extrusionOk="0" h="3756659" w="3045459">
                  <a:moveTo>
                    <a:pt x="396618" y="1054100"/>
                  </a:moveTo>
                  <a:lnTo>
                    <a:pt x="391295" y="1054100"/>
                  </a:lnTo>
                  <a:lnTo>
                    <a:pt x="396489" y="1041400"/>
                  </a:lnTo>
                  <a:lnTo>
                    <a:pt x="396618" y="1054100"/>
                  </a:lnTo>
                  <a:close/>
                </a:path>
                <a:path extrusionOk="0" h="3756659" w="3045459">
                  <a:moveTo>
                    <a:pt x="1149819" y="1066800"/>
                  </a:moveTo>
                  <a:lnTo>
                    <a:pt x="1127526" y="1054100"/>
                  </a:lnTo>
                  <a:lnTo>
                    <a:pt x="1133172" y="1041400"/>
                  </a:lnTo>
                  <a:lnTo>
                    <a:pt x="1150883" y="1041400"/>
                  </a:lnTo>
                  <a:lnTo>
                    <a:pt x="1156820" y="1054100"/>
                  </a:lnTo>
                  <a:lnTo>
                    <a:pt x="1159110" y="1054100"/>
                  </a:lnTo>
                  <a:lnTo>
                    <a:pt x="1149819" y="1066800"/>
                  </a:lnTo>
                  <a:close/>
                </a:path>
                <a:path extrusionOk="0" h="3756659" w="3045459">
                  <a:moveTo>
                    <a:pt x="876974" y="1066800"/>
                  </a:moveTo>
                  <a:lnTo>
                    <a:pt x="845467" y="1066800"/>
                  </a:lnTo>
                  <a:lnTo>
                    <a:pt x="853500" y="1054100"/>
                  </a:lnTo>
                  <a:lnTo>
                    <a:pt x="869583" y="1054100"/>
                  </a:lnTo>
                  <a:lnTo>
                    <a:pt x="876974" y="1066800"/>
                  </a:lnTo>
                  <a:close/>
                </a:path>
                <a:path extrusionOk="0" h="3756659" w="3045459">
                  <a:moveTo>
                    <a:pt x="887278" y="1079500"/>
                  </a:moveTo>
                  <a:lnTo>
                    <a:pt x="864146" y="1079500"/>
                  </a:lnTo>
                  <a:lnTo>
                    <a:pt x="855611" y="1066800"/>
                  </a:lnTo>
                  <a:lnTo>
                    <a:pt x="891536" y="1066800"/>
                  </a:lnTo>
                  <a:lnTo>
                    <a:pt x="887278" y="1079500"/>
                  </a:lnTo>
                  <a:close/>
                </a:path>
                <a:path extrusionOk="0" h="3756659" w="3045459">
                  <a:moveTo>
                    <a:pt x="2627605" y="1092200"/>
                  </a:moveTo>
                  <a:lnTo>
                    <a:pt x="2612700" y="1092200"/>
                  </a:lnTo>
                  <a:lnTo>
                    <a:pt x="2614636" y="1079500"/>
                  </a:lnTo>
                  <a:lnTo>
                    <a:pt x="2627605" y="1092200"/>
                  </a:lnTo>
                  <a:close/>
                </a:path>
                <a:path extrusionOk="0" h="3756659" w="3045459">
                  <a:moveTo>
                    <a:pt x="2618894" y="1104900"/>
                  </a:moveTo>
                  <a:lnTo>
                    <a:pt x="2613184" y="1104900"/>
                  </a:lnTo>
                  <a:lnTo>
                    <a:pt x="2609377" y="1092200"/>
                  </a:lnTo>
                  <a:lnTo>
                    <a:pt x="2622443" y="1092200"/>
                  </a:lnTo>
                  <a:lnTo>
                    <a:pt x="2618894" y="1104900"/>
                  </a:lnTo>
                  <a:close/>
                </a:path>
                <a:path extrusionOk="0" h="3756659" w="3045459">
                  <a:moveTo>
                    <a:pt x="1010870" y="1143000"/>
                  </a:moveTo>
                  <a:lnTo>
                    <a:pt x="1004031" y="1143000"/>
                  </a:lnTo>
                  <a:lnTo>
                    <a:pt x="1002127" y="1130300"/>
                  </a:lnTo>
                  <a:lnTo>
                    <a:pt x="1010870" y="1130300"/>
                  </a:lnTo>
                  <a:lnTo>
                    <a:pt x="1010870" y="1143000"/>
                  </a:lnTo>
                  <a:close/>
                </a:path>
                <a:path extrusionOk="0" h="3756659" w="3045459">
                  <a:moveTo>
                    <a:pt x="1346289" y="1155700"/>
                  </a:moveTo>
                  <a:lnTo>
                    <a:pt x="1340063" y="1155700"/>
                  </a:lnTo>
                  <a:lnTo>
                    <a:pt x="1336587" y="1143000"/>
                  </a:lnTo>
                  <a:lnTo>
                    <a:pt x="1335651" y="1130300"/>
                  </a:lnTo>
                  <a:lnTo>
                    <a:pt x="1349289" y="1130300"/>
                  </a:lnTo>
                  <a:lnTo>
                    <a:pt x="1346289" y="1155700"/>
                  </a:lnTo>
                  <a:close/>
                </a:path>
                <a:path extrusionOk="0" h="3756659" w="3045459">
                  <a:moveTo>
                    <a:pt x="2704870" y="1193800"/>
                  </a:moveTo>
                  <a:lnTo>
                    <a:pt x="2684255" y="1193800"/>
                  </a:lnTo>
                  <a:lnTo>
                    <a:pt x="2683191" y="1181100"/>
                  </a:lnTo>
                  <a:lnTo>
                    <a:pt x="2704322" y="1181100"/>
                  </a:lnTo>
                  <a:lnTo>
                    <a:pt x="2704870" y="1193800"/>
                  </a:lnTo>
                  <a:close/>
                </a:path>
                <a:path extrusionOk="0" h="3756659" w="3045459">
                  <a:moveTo>
                    <a:pt x="874405" y="1244600"/>
                  </a:moveTo>
                  <a:lnTo>
                    <a:pt x="838854" y="1231900"/>
                  </a:lnTo>
                  <a:lnTo>
                    <a:pt x="874857" y="1193800"/>
                  </a:lnTo>
                  <a:lnTo>
                    <a:pt x="881567" y="1193800"/>
                  </a:lnTo>
                  <a:lnTo>
                    <a:pt x="874405" y="1244600"/>
                  </a:lnTo>
                  <a:close/>
                </a:path>
                <a:path extrusionOk="0" h="3756659" w="3045459">
                  <a:moveTo>
                    <a:pt x="1115590" y="1244600"/>
                  </a:moveTo>
                  <a:lnTo>
                    <a:pt x="1098330" y="1244600"/>
                  </a:lnTo>
                  <a:lnTo>
                    <a:pt x="1100750" y="1231900"/>
                  </a:lnTo>
                  <a:lnTo>
                    <a:pt x="1116267" y="1231900"/>
                  </a:lnTo>
                  <a:lnTo>
                    <a:pt x="1115590" y="1244600"/>
                  </a:lnTo>
                  <a:close/>
                </a:path>
                <a:path extrusionOk="0" h="3756659" w="3045459">
                  <a:moveTo>
                    <a:pt x="1108912" y="1257300"/>
                  </a:moveTo>
                  <a:lnTo>
                    <a:pt x="1102040" y="1244600"/>
                  </a:lnTo>
                  <a:lnTo>
                    <a:pt x="1112202" y="1244600"/>
                  </a:lnTo>
                  <a:lnTo>
                    <a:pt x="1108912" y="1257300"/>
                  </a:lnTo>
                  <a:close/>
                </a:path>
                <a:path extrusionOk="0" h="3756659" w="3045459">
                  <a:moveTo>
                    <a:pt x="1018161" y="1346200"/>
                  </a:moveTo>
                  <a:lnTo>
                    <a:pt x="1005515" y="1346200"/>
                  </a:lnTo>
                  <a:lnTo>
                    <a:pt x="1005031" y="1333500"/>
                  </a:lnTo>
                  <a:lnTo>
                    <a:pt x="1003557" y="1333500"/>
                  </a:lnTo>
                  <a:lnTo>
                    <a:pt x="1002434" y="1320800"/>
                  </a:lnTo>
                  <a:lnTo>
                    <a:pt x="1001819" y="1308100"/>
                  </a:lnTo>
                  <a:lnTo>
                    <a:pt x="1002031" y="1295400"/>
                  </a:lnTo>
                  <a:lnTo>
                    <a:pt x="1017935" y="1295400"/>
                  </a:lnTo>
                  <a:lnTo>
                    <a:pt x="1019541" y="1308100"/>
                  </a:lnTo>
                  <a:lnTo>
                    <a:pt x="1020960" y="1320800"/>
                  </a:lnTo>
                  <a:lnTo>
                    <a:pt x="1022027" y="1320800"/>
                  </a:lnTo>
                  <a:lnTo>
                    <a:pt x="1022581" y="1333500"/>
                  </a:lnTo>
                  <a:lnTo>
                    <a:pt x="1018161" y="1346200"/>
                  </a:lnTo>
                  <a:close/>
                </a:path>
                <a:path extrusionOk="0" h="3756659" w="3045459">
                  <a:moveTo>
                    <a:pt x="449655" y="1358900"/>
                  </a:moveTo>
                  <a:lnTo>
                    <a:pt x="434976" y="1358900"/>
                  </a:lnTo>
                  <a:lnTo>
                    <a:pt x="410845" y="1333500"/>
                  </a:lnTo>
                  <a:lnTo>
                    <a:pt x="420089" y="1320800"/>
                  </a:lnTo>
                  <a:lnTo>
                    <a:pt x="427915" y="1320800"/>
                  </a:lnTo>
                  <a:lnTo>
                    <a:pt x="436909" y="1333500"/>
                  </a:lnTo>
                  <a:lnTo>
                    <a:pt x="449655" y="1358900"/>
                  </a:lnTo>
                  <a:close/>
                </a:path>
                <a:path extrusionOk="0" h="3756659" w="3045459">
                  <a:moveTo>
                    <a:pt x="2710915" y="1346200"/>
                  </a:moveTo>
                  <a:lnTo>
                    <a:pt x="2688224" y="1346200"/>
                  </a:lnTo>
                  <a:lnTo>
                    <a:pt x="2699418" y="1333500"/>
                  </a:lnTo>
                  <a:lnTo>
                    <a:pt x="2708383" y="1333500"/>
                  </a:lnTo>
                  <a:lnTo>
                    <a:pt x="2710915" y="1346200"/>
                  </a:lnTo>
                  <a:close/>
                </a:path>
                <a:path extrusionOk="0" h="3756659" w="3045459">
                  <a:moveTo>
                    <a:pt x="2714839" y="1358900"/>
                  </a:moveTo>
                  <a:lnTo>
                    <a:pt x="2694805" y="1358900"/>
                  </a:lnTo>
                  <a:lnTo>
                    <a:pt x="2691738" y="1346200"/>
                  </a:lnTo>
                  <a:lnTo>
                    <a:pt x="2713127" y="1346200"/>
                  </a:lnTo>
                  <a:lnTo>
                    <a:pt x="2714839" y="1358900"/>
                  </a:lnTo>
                  <a:close/>
                </a:path>
                <a:path extrusionOk="0" h="3756659" w="3045459">
                  <a:moveTo>
                    <a:pt x="2711355" y="1371600"/>
                  </a:moveTo>
                  <a:lnTo>
                    <a:pt x="2702935" y="1371600"/>
                  </a:lnTo>
                  <a:lnTo>
                    <a:pt x="2700902" y="1358900"/>
                  </a:lnTo>
                  <a:lnTo>
                    <a:pt x="2712613" y="1358900"/>
                  </a:lnTo>
                  <a:lnTo>
                    <a:pt x="2711355" y="1371600"/>
                  </a:lnTo>
                  <a:close/>
                </a:path>
                <a:path extrusionOk="0" h="3756659" w="3045459">
                  <a:moveTo>
                    <a:pt x="352279" y="1409700"/>
                  </a:moveTo>
                  <a:lnTo>
                    <a:pt x="309352" y="1409700"/>
                  </a:lnTo>
                  <a:lnTo>
                    <a:pt x="315989" y="1397000"/>
                  </a:lnTo>
                  <a:lnTo>
                    <a:pt x="343584" y="1397000"/>
                  </a:lnTo>
                  <a:lnTo>
                    <a:pt x="352279" y="1409700"/>
                  </a:lnTo>
                  <a:close/>
                </a:path>
                <a:path extrusionOk="0" h="3756659" w="3045459">
                  <a:moveTo>
                    <a:pt x="584410" y="1422400"/>
                  </a:moveTo>
                  <a:lnTo>
                    <a:pt x="576603" y="1422400"/>
                  </a:lnTo>
                  <a:lnTo>
                    <a:pt x="574699" y="1409700"/>
                  </a:lnTo>
                  <a:lnTo>
                    <a:pt x="570957" y="1397000"/>
                  </a:lnTo>
                  <a:lnTo>
                    <a:pt x="581474" y="1397000"/>
                  </a:lnTo>
                  <a:lnTo>
                    <a:pt x="582958" y="1409700"/>
                  </a:lnTo>
                  <a:lnTo>
                    <a:pt x="584410" y="1422400"/>
                  </a:lnTo>
                  <a:close/>
                </a:path>
                <a:path extrusionOk="0" h="3756659" w="3045459">
                  <a:moveTo>
                    <a:pt x="358905" y="1422400"/>
                  </a:moveTo>
                  <a:lnTo>
                    <a:pt x="310416" y="1422400"/>
                  </a:lnTo>
                  <a:lnTo>
                    <a:pt x="308803" y="1409700"/>
                  </a:lnTo>
                  <a:lnTo>
                    <a:pt x="357786" y="1409700"/>
                  </a:lnTo>
                  <a:lnTo>
                    <a:pt x="358905" y="1422400"/>
                  </a:lnTo>
                  <a:close/>
                </a:path>
                <a:path extrusionOk="0" h="3756659" w="3045459">
                  <a:moveTo>
                    <a:pt x="2726313" y="1422400"/>
                  </a:moveTo>
                  <a:lnTo>
                    <a:pt x="2718001" y="1422400"/>
                  </a:lnTo>
                  <a:lnTo>
                    <a:pt x="2716936" y="1409700"/>
                  </a:lnTo>
                  <a:lnTo>
                    <a:pt x="2728973" y="1409700"/>
                  </a:lnTo>
                  <a:lnTo>
                    <a:pt x="2726313" y="1422400"/>
                  </a:lnTo>
                  <a:close/>
                </a:path>
                <a:path extrusionOk="0" h="3756659" w="3045459">
                  <a:moveTo>
                    <a:pt x="352775" y="1435100"/>
                  </a:moveTo>
                  <a:lnTo>
                    <a:pt x="351194" y="1435100"/>
                  </a:lnTo>
                  <a:lnTo>
                    <a:pt x="340839" y="1422400"/>
                  </a:lnTo>
                  <a:lnTo>
                    <a:pt x="358292" y="1422400"/>
                  </a:lnTo>
                  <a:lnTo>
                    <a:pt x="352775" y="1435100"/>
                  </a:lnTo>
                  <a:close/>
                </a:path>
                <a:path extrusionOk="0" h="3756659" w="3045459">
                  <a:moveTo>
                    <a:pt x="526727" y="1549400"/>
                  </a:moveTo>
                  <a:lnTo>
                    <a:pt x="521049" y="1549400"/>
                  </a:lnTo>
                  <a:lnTo>
                    <a:pt x="515403" y="1536700"/>
                  </a:lnTo>
                  <a:lnTo>
                    <a:pt x="509726" y="1536700"/>
                  </a:lnTo>
                  <a:lnTo>
                    <a:pt x="512073" y="1524000"/>
                  </a:lnTo>
                  <a:lnTo>
                    <a:pt x="514468" y="1511300"/>
                  </a:lnTo>
                  <a:lnTo>
                    <a:pt x="518533" y="1511300"/>
                  </a:lnTo>
                  <a:lnTo>
                    <a:pt x="526727" y="1524000"/>
                  </a:lnTo>
                  <a:lnTo>
                    <a:pt x="526727" y="1549400"/>
                  </a:lnTo>
                  <a:close/>
                </a:path>
                <a:path extrusionOk="0" h="3756659" w="3045459">
                  <a:moveTo>
                    <a:pt x="342201" y="1625600"/>
                  </a:moveTo>
                  <a:lnTo>
                    <a:pt x="326801" y="1625600"/>
                  </a:lnTo>
                  <a:lnTo>
                    <a:pt x="300706" y="1612900"/>
                  </a:lnTo>
                  <a:lnTo>
                    <a:pt x="325756" y="1587500"/>
                  </a:lnTo>
                  <a:lnTo>
                    <a:pt x="349839" y="1562100"/>
                  </a:lnTo>
                  <a:lnTo>
                    <a:pt x="361615" y="1562100"/>
                  </a:lnTo>
                  <a:lnTo>
                    <a:pt x="364002" y="1574800"/>
                  </a:lnTo>
                  <a:lnTo>
                    <a:pt x="363905" y="1587500"/>
                  </a:lnTo>
                  <a:lnTo>
                    <a:pt x="360808" y="1587500"/>
                  </a:lnTo>
                  <a:lnTo>
                    <a:pt x="351880" y="1612900"/>
                  </a:lnTo>
                  <a:lnTo>
                    <a:pt x="342201" y="1625600"/>
                  </a:lnTo>
                  <a:close/>
                </a:path>
                <a:path extrusionOk="0" h="3756659" w="3045459">
                  <a:moveTo>
                    <a:pt x="2590763" y="1600200"/>
                  </a:moveTo>
                  <a:lnTo>
                    <a:pt x="2583891" y="1600200"/>
                  </a:lnTo>
                  <a:lnTo>
                    <a:pt x="2583633" y="1587500"/>
                  </a:lnTo>
                  <a:lnTo>
                    <a:pt x="2589892" y="1587500"/>
                  </a:lnTo>
                  <a:lnTo>
                    <a:pt x="2590763" y="1600200"/>
                  </a:lnTo>
                  <a:close/>
                </a:path>
                <a:path extrusionOk="0" h="3756659" w="3045459">
                  <a:moveTo>
                    <a:pt x="758394" y="1701800"/>
                  </a:moveTo>
                  <a:lnTo>
                    <a:pt x="753975" y="1689100"/>
                  </a:lnTo>
                  <a:lnTo>
                    <a:pt x="743038" y="1689100"/>
                  </a:lnTo>
                  <a:lnTo>
                    <a:pt x="758265" y="1651000"/>
                  </a:lnTo>
                  <a:lnTo>
                    <a:pt x="769391" y="1663700"/>
                  </a:lnTo>
                  <a:lnTo>
                    <a:pt x="773089" y="1663700"/>
                  </a:lnTo>
                  <a:lnTo>
                    <a:pt x="769408" y="1676400"/>
                  </a:lnTo>
                  <a:lnTo>
                    <a:pt x="758394" y="1701800"/>
                  </a:lnTo>
                  <a:close/>
                </a:path>
                <a:path extrusionOk="0" h="3756659" w="3045459">
                  <a:moveTo>
                    <a:pt x="1973768" y="1739900"/>
                  </a:moveTo>
                  <a:lnTo>
                    <a:pt x="1958063" y="1727200"/>
                  </a:lnTo>
                  <a:lnTo>
                    <a:pt x="1944209" y="1727200"/>
                  </a:lnTo>
                  <a:lnTo>
                    <a:pt x="1933246" y="1714500"/>
                  </a:lnTo>
                  <a:lnTo>
                    <a:pt x="1926215" y="1701800"/>
                  </a:lnTo>
                  <a:lnTo>
                    <a:pt x="1925526" y="1689100"/>
                  </a:lnTo>
                  <a:lnTo>
                    <a:pt x="1930595" y="1689100"/>
                  </a:lnTo>
                  <a:lnTo>
                    <a:pt x="1939063" y="1676400"/>
                  </a:lnTo>
                  <a:lnTo>
                    <a:pt x="1948572" y="1663700"/>
                  </a:lnTo>
                  <a:lnTo>
                    <a:pt x="1973768" y="1739900"/>
                  </a:lnTo>
                  <a:close/>
                </a:path>
                <a:path extrusionOk="0" h="3756659" w="3045459">
                  <a:moveTo>
                    <a:pt x="1134309" y="1765300"/>
                  </a:moveTo>
                  <a:lnTo>
                    <a:pt x="1109460" y="1765300"/>
                  </a:lnTo>
                  <a:lnTo>
                    <a:pt x="1119496" y="1752600"/>
                  </a:lnTo>
                  <a:lnTo>
                    <a:pt x="1132478" y="1739900"/>
                  </a:lnTo>
                  <a:lnTo>
                    <a:pt x="1146743" y="1727200"/>
                  </a:lnTo>
                  <a:lnTo>
                    <a:pt x="1160626" y="1714500"/>
                  </a:lnTo>
                  <a:lnTo>
                    <a:pt x="1159931" y="1739900"/>
                  </a:lnTo>
                  <a:lnTo>
                    <a:pt x="1151146" y="1752600"/>
                  </a:lnTo>
                  <a:lnTo>
                    <a:pt x="1134309" y="1765300"/>
                  </a:lnTo>
                  <a:close/>
                </a:path>
                <a:path extrusionOk="0" h="3756659" w="3045459">
                  <a:moveTo>
                    <a:pt x="1890793" y="1727200"/>
                  </a:moveTo>
                  <a:lnTo>
                    <a:pt x="1863564" y="1727200"/>
                  </a:lnTo>
                  <a:lnTo>
                    <a:pt x="1862306" y="1714500"/>
                  </a:lnTo>
                  <a:lnTo>
                    <a:pt x="1890470" y="1714500"/>
                  </a:lnTo>
                  <a:lnTo>
                    <a:pt x="1890793" y="1727200"/>
                  </a:lnTo>
                  <a:close/>
                </a:path>
                <a:path extrusionOk="0" h="3756659" w="3045459">
                  <a:moveTo>
                    <a:pt x="2474848" y="1765300"/>
                  </a:moveTo>
                  <a:lnTo>
                    <a:pt x="2465460" y="1765300"/>
                  </a:lnTo>
                  <a:lnTo>
                    <a:pt x="2460750" y="1739900"/>
                  </a:lnTo>
                  <a:lnTo>
                    <a:pt x="2469590" y="1739900"/>
                  </a:lnTo>
                  <a:lnTo>
                    <a:pt x="2474848" y="1765300"/>
                  </a:lnTo>
                  <a:close/>
                </a:path>
                <a:path extrusionOk="0" h="3756659" w="3045459">
                  <a:moveTo>
                    <a:pt x="2377807" y="1765300"/>
                  </a:moveTo>
                  <a:lnTo>
                    <a:pt x="2370580" y="1765300"/>
                  </a:lnTo>
                  <a:lnTo>
                    <a:pt x="2371226" y="1752600"/>
                  </a:lnTo>
                  <a:lnTo>
                    <a:pt x="2377388" y="1752600"/>
                  </a:lnTo>
                  <a:lnTo>
                    <a:pt x="2377807" y="1765300"/>
                  </a:lnTo>
                  <a:close/>
                </a:path>
                <a:path extrusionOk="0" h="3756659" w="3045459">
                  <a:moveTo>
                    <a:pt x="2316930" y="1841500"/>
                  </a:moveTo>
                  <a:lnTo>
                    <a:pt x="2272990" y="1803400"/>
                  </a:lnTo>
                  <a:lnTo>
                    <a:pt x="2351804" y="1778000"/>
                  </a:lnTo>
                  <a:lnTo>
                    <a:pt x="2316930" y="1841500"/>
                  </a:lnTo>
                  <a:close/>
                </a:path>
                <a:path extrusionOk="0" h="3756659" w="3045459">
                  <a:moveTo>
                    <a:pt x="2606409" y="1790700"/>
                  </a:moveTo>
                  <a:lnTo>
                    <a:pt x="2582367" y="1790700"/>
                  </a:lnTo>
                  <a:lnTo>
                    <a:pt x="2590259" y="1778000"/>
                  </a:lnTo>
                  <a:lnTo>
                    <a:pt x="2602538" y="1778000"/>
                  </a:lnTo>
                  <a:lnTo>
                    <a:pt x="2606409" y="1790700"/>
                  </a:lnTo>
                  <a:close/>
                </a:path>
                <a:path extrusionOk="0" h="3756659" w="3045459">
                  <a:moveTo>
                    <a:pt x="2582290" y="1803400"/>
                  </a:moveTo>
                  <a:lnTo>
                    <a:pt x="2569116" y="1803400"/>
                  </a:lnTo>
                  <a:lnTo>
                    <a:pt x="2566373" y="1790700"/>
                  </a:lnTo>
                  <a:lnTo>
                    <a:pt x="2588212" y="1790700"/>
                  </a:lnTo>
                  <a:lnTo>
                    <a:pt x="2582290" y="1803400"/>
                  </a:lnTo>
                  <a:close/>
                </a:path>
                <a:path extrusionOk="0" h="3756659" w="3045459">
                  <a:moveTo>
                    <a:pt x="2670512" y="1854200"/>
                  </a:moveTo>
                  <a:lnTo>
                    <a:pt x="2662770" y="1854200"/>
                  </a:lnTo>
                  <a:lnTo>
                    <a:pt x="2663770" y="1841500"/>
                  </a:lnTo>
                  <a:lnTo>
                    <a:pt x="2665834" y="1828800"/>
                  </a:lnTo>
                  <a:lnTo>
                    <a:pt x="2673964" y="1828800"/>
                  </a:lnTo>
                  <a:lnTo>
                    <a:pt x="2670512" y="1854200"/>
                  </a:lnTo>
                  <a:close/>
                </a:path>
                <a:path extrusionOk="0" h="3756659" w="3045459">
                  <a:moveTo>
                    <a:pt x="373938" y="1930400"/>
                  </a:moveTo>
                  <a:lnTo>
                    <a:pt x="335695" y="1930400"/>
                  </a:lnTo>
                  <a:lnTo>
                    <a:pt x="346041" y="1917700"/>
                  </a:lnTo>
                  <a:lnTo>
                    <a:pt x="367615" y="1905000"/>
                  </a:lnTo>
                  <a:lnTo>
                    <a:pt x="370228" y="1917700"/>
                  </a:lnTo>
                  <a:lnTo>
                    <a:pt x="375713" y="1917700"/>
                  </a:lnTo>
                  <a:lnTo>
                    <a:pt x="373938" y="1930400"/>
                  </a:lnTo>
                  <a:close/>
                </a:path>
                <a:path extrusionOk="0" h="3756659" w="3045459">
                  <a:moveTo>
                    <a:pt x="1651609" y="1943100"/>
                  </a:moveTo>
                  <a:lnTo>
                    <a:pt x="1640511" y="1943100"/>
                  </a:lnTo>
                  <a:lnTo>
                    <a:pt x="1635252" y="1930400"/>
                  </a:lnTo>
                  <a:lnTo>
                    <a:pt x="1638607" y="1917700"/>
                  </a:lnTo>
                  <a:lnTo>
                    <a:pt x="1642511" y="1917700"/>
                  </a:lnTo>
                  <a:lnTo>
                    <a:pt x="1646286" y="1905000"/>
                  </a:lnTo>
                  <a:lnTo>
                    <a:pt x="1647641" y="1917700"/>
                  </a:lnTo>
                  <a:lnTo>
                    <a:pt x="1650254" y="1930400"/>
                  </a:lnTo>
                  <a:lnTo>
                    <a:pt x="1652964" y="1930400"/>
                  </a:lnTo>
                  <a:lnTo>
                    <a:pt x="1651609" y="1943100"/>
                  </a:lnTo>
                  <a:close/>
                </a:path>
                <a:path extrusionOk="0" h="3756659" w="3045459">
                  <a:moveTo>
                    <a:pt x="343693" y="1943100"/>
                  </a:moveTo>
                  <a:lnTo>
                    <a:pt x="323450" y="1943100"/>
                  </a:lnTo>
                  <a:lnTo>
                    <a:pt x="323676" y="1930400"/>
                  </a:lnTo>
                  <a:lnTo>
                    <a:pt x="353130" y="1930400"/>
                  </a:lnTo>
                  <a:lnTo>
                    <a:pt x="343693" y="1943100"/>
                  </a:lnTo>
                  <a:close/>
                </a:path>
                <a:path extrusionOk="0" h="3756659" w="3045459">
                  <a:moveTo>
                    <a:pt x="1118687" y="1943100"/>
                  </a:moveTo>
                  <a:lnTo>
                    <a:pt x="1110428" y="1943100"/>
                  </a:lnTo>
                  <a:lnTo>
                    <a:pt x="1110428" y="1930400"/>
                  </a:lnTo>
                  <a:lnTo>
                    <a:pt x="1118203" y="1930400"/>
                  </a:lnTo>
                  <a:lnTo>
                    <a:pt x="1118687" y="1943100"/>
                  </a:lnTo>
                  <a:close/>
                </a:path>
                <a:path extrusionOk="0" h="3756659" w="3045459">
                  <a:moveTo>
                    <a:pt x="2171594" y="1955800"/>
                  </a:moveTo>
                  <a:lnTo>
                    <a:pt x="2153882" y="1955800"/>
                  </a:lnTo>
                  <a:lnTo>
                    <a:pt x="2154463" y="1943100"/>
                  </a:lnTo>
                  <a:lnTo>
                    <a:pt x="2167109" y="1943100"/>
                  </a:lnTo>
                  <a:lnTo>
                    <a:pt x="2171594" y="1955800"/>
                  </a:lnTo>
                  <a:close/>
                </a:path>
                <a:path extrusionOk="0" h="3756659" w="3045459">
                  <a:moveTo>
                    <a:pt x="2334513" y="2019300"/>
                  </a:moveTo>
                  <a:lnTo>
                    <a:pt x="2330738" y="2019300"/>
                  </a:lnTo>
                  <a:lnTo>
                    <a:pt x="2323524" y="2006600"/>
                  </a:lnTo>
                  <a:lnTo>
                    <a:pt x="2315704" y="2006600"/>
                  </a:lnTo>
                  <a:lnTo>
                    <a:pt x="2309724" y="1993900"/>
                  </a:lnTo>
                  <a:lnTo>
                    <a:pt x="2308026" y="1993900"/>
                  </a:lnTo>
                  <a:lnTo>
                    <a:pt x="2312112" y="1981200"/>
                  </a:lnTo>
                  <a:lnTo>
                    <a:pt x="2318745" y="1968500"/>
                  </a:lnTo>
                  <a:lnTo>
                    <a:pt x="2326527" y="1955800"/>
                  </a:lnTo>
                  <a:lnTo>
                    <a:pt x="2342029" y="1955800"/>
                  </a:lnTo>
                  <a:lnTo>
                    <a:pt x="2336416" y="2006600"/>
                  </a:lnTo>
                  <a:lnTo>
                    <a:pt x="2334513" y="2019300"/>
                  </a:lnTo>
                  <a:close/>
                </a:path>
                <a:path extrusionOk="0" h="3756659" w="3045459">
                  <a:moveTo>
                    <a:pt x="1010495" y="2006600"/>
                  </a:moveTo>
                  <a:lnTo>
                    <a:pt x="997062" y="2006600"/>
                  </a:lnTo>
                  <a:lnTo>
                    <a:pt x="1001063" y="1993900"/>
                  </a:lnTo>
                  <a:lnTo>
                    <a:pt x="1007792" y="1993900"/>
                  </a:lnTo>
                  <a:lnTo>
                    <a:pt x="1010495" y="2006600"/>
                  </a:lnTo>
                  <a:close/>
                </a:path>
                <a:path extrusionOk="0" h="3756659" w="3045459">
                  <a:moveTo>
                    <a:pt x="458656" y="2019300"/>
                  </a:moveTo>
                  <a:lnTo>
                    <a:pt x="444881" y="2019300"/>
                  </a:lnTo>
                  <a:lnTo>
                    <a:pt x="450333" y="2006600"/>
                  </a:lnTo>
                  <a:lnTo>
                    <a:pt x="455785" y="2006600"/>
                  </a:lnTo>
                  <a:lnTo>
                    <a:pt x="458656" y="2019300"/>
                  </a:lnTo>
                  <a:close/>
                </a:path>
                <a:path extrusionOk="0" h="3756659" w="3045459">
                  <a:moveTo>
                    <a:pt x="1004611" y="2019300"/>
                  </a:moveTo>
                  <a:lnTo>
                    <a:pt x="998667" y="2019300"/>
                  </a:lnTo>
                  <a:lnTo>
                    <a:pt x="996207" y="2006600"/>
                  </a:lnTo>
                  <a:lnTo>
                    <a:pt x="1009369" y="2006600"/>
                  </a:lnTo>
                  <a:lnTo>
                    <a:pt x="1004611" y="2019300"/>
                  </a:lnTo>
                  <a:close/>
                </a:path>
                <a:path extrusionOk="0" h="3756659" w="3045459">
                  <a:moveTo>
                    <a:pt x="1519628" y="2070100"/>
                  </a:moveTo>
                  <a:lnTo>
                    <a:pt x="1490174" y="2070100"/>
                  </a:lnTo>
                  <a:lnTo>
                    <a:pt x="1507486" y="2044700"/>
                  </a:lnTo>
                  <a:lnTo>
                    <a:pt x="1515829" y="2032000"/>
                  </a:lnTo>
                  <a:lnTo>
                    <a:pt x="1523951" y="2019300"/>
                  </a:lnTo>
                  <a:lnTo>
                    <a:pt x="1530132" y="2006600"/>
                  </a:lnTo>
                  <a:lnTo>
                    <a:pt x="1544634" y="2006600"/>
                  </a:lnTo>
                  <a:lnTo>
                    <a:pt x="1553664" y="2019300"/>
                  </a:lnTo>
                  <a:lnTo>
                    <a:pt x="1545370" y="2032000"/>
                  </a:lnTo>
                  <a:lnTo>
                    <a:pt x="1537178" y="2044700"/>
                  </a:lnTo>
                  <a:lnTo>
                    <a:pt x="1528721" y="2057400"/>
                  </a:lnTo>
                  <a:lnTo>
                    <a:pt x="1519628" y="2070100"/>
                  </a:lnTo>
                  <a:close/>
                </a:path>
                <a:path extrusionOk="0" h="3756659" w="3045459">
                  <a:moveTo>
                    <a:pt x="2192660" y="2070100"/>
                  </a:moveTo>
                  <a:lnTo>
                    <a:pt x="2180369" y="2070100"/>
                  </a:lnTo>
                  <a:lnTo>
                    <a:pt x="2185047" y="2057400"/>
                  </a:lnTo>
                  <a:lnTo>
                    <a:pt x="2190208" y="2057400"/>
                  </a:lnTo>
                  <a:lnTo>
                    <a:pt x="2192660" y="2070100"/>
                  </a:lnTo>
                  <a:close/>
                </a:path>
                <a:path extrusionOk="0" h="3756659" w="3045459">
                  <a:moveTo>
                    <a:pt x="2188982" y="2082800"/>
                  </a:moveTo>
                  <a:lnTo>
                    <a:pt x="2183788" y="2082800"/>
                  </a:lnTo>
                  <a:lnTo>
                    <a:pt x="2180014" y="2070100"/>
                  </a:lnTo>
                  <a:lnTo>
                    <a:pt x="2192209" y="2070100"/>
                  </a:lnTo>
                  <a:lnTo>
                    <a:pt x="2188982" y="2082800"/>
                  </a:lnTo>
                  <a:close/>
                </a:path>
                <a:path extrusionOk="0" h="3756659" w="3045459">
                  <a:moveTo>
                    <a:pt x="2453249" y="2108200"/>
                  </a:moveTo>
                  <a:lnTo>
                    <a:pt x="2435942" y="2108200"/>
                  </a:lnTo>
                  <a:lnTo>
                    <a:pt x="2430457" y="2095500"/>
                  </a:lnTo>
                  <a:lnTo>
                    <a:pt x="2451782" y="2070100"/>
                  </a:lnTo>
                  <a:lnTo>
                    <a:pt x="2453175" y="2082800"/>
                  </a:lnTo>
                  <a:lnTo>
                    <a:pt x="2454701" y="2082800"/>
                  </a:lnTo>
                  <a:lnTo>
                    <a:pt x="2455792" y="2095500"/>
                  </a:lnTo>
                  <a:lnTo>
                    <a:pt x="2453249" y="2108200"/>
                  </a:lnTo>
                  <a:close/>
                </a:path>
                <a:path extrusionOk="0" h="3756659" w="3045459">
                  <a:moveTo>
                    <a:pt x="1393874" y="2108200"/>
                  </a:moveTo>
                  <a:lnTo>
                    <a:pt x="1391648" y="2108200"/>
                  </a:lnTo>
                  <a:lnTo>
                    <a:pt x="1383986" y="2095500"/>
                  </a:lnTo>
                  <a:lnTo>
                    <a:pt x="1360613" y="2095500"/>
                  </a:lnTo>
                  <a:lnTo>
                    <a:pt x="1362613" y="2082800"/>
                  </a:lnTo>
                  <a:lnTo>
                    <a:pt x="1404101" y="2082800"/>
                  </a:lnTo>
                  <a:lnTo>
                    <a:pt x="1397939" y="2095500"/>
                  </a:lnTo>
                  <a:lnTo>
                    <a:pt x="1393874" y="2108200"/>
                  </a:lnTo>
                  <a:close/>
                </a:path>
                <a:path extrusionOk="0" h="3756659" w="3045459">
                  <a:moveTo>
                    <a:pt x="1527952" y="2146300"/>
                  </a:moveTo>
                  <a:lnTo>
                    <a:pt x="1517951" y="2146300"/>
                  </a:lnTo>
                  <a:lnTo>
                    <a:pt x="1478431" y="2108200"/>
                  </a:lnTo>
                  <a:lnTo>
                    <a:pt x="1496497" y="2095500"/>
                  </a:lnTo>
                  <a:lnTo>
                    <a:pt x="1533017" y="2133600"/>
                  </a:lnTo>
                  <a:lnTo>
                    <a:pt x="1527952" y="2146300"/>
                  </a:lnTo>
                  <a:close/>
                </a:path>
                <a:path extrusionOk="0" h="3756659" w="3045459">
                  <a:moveTo>
                    <a:pt x="2757682" y="2133600"/>
                  </a:moveTo>
                  <a:lnTo>
                    <a:pt x="2748339" y="2120900"/>
                  </a:lnTo>
                  <a:lnTo>
                    <a:pt x="2744326" y="2120900"/>
                  </a:lnTo>
                  <a:lnTo>
                    <a:pt x="2743627" y="2108200"/>
                  </a:lnTo>
                  <a:lnTo>
                    <a:pt x="2744229" y="2095500"/>
                  </a:lnTo>
                  <a:lnTo>
                    <a:pt x="2755424" y="2095500"/>
                  </a:lnTo>
                  <a:lnTo>
                    <a:pt x="2755778" y="2108200"/>
                  </a:lnTo>
                  <a:lnTo>
                    <a:pt x="2756484" y="2108200"/>
                  </a:lnTo>
                  <a:lnTo>
                    <a:pt x="2756948" y="2120900"/>
                  </a:lnTo>
                  <a:lnTo>
                    <a:pt x="2757682" y="2133600"/>
                  </a:lnTo>
                  <a:close/>
                </a:path>
                <a:path extrusionOk="0" h="3756659" w="3045459">
                  <a:moveTo>
                    <a:pt x="569699" y="2133600"/>
                  </a:moveTo>
                  <a:lnTo>
                    <a:pt x="564602" y="2133600"/>
                  </a:lnTo>
                  <a:lnTo>
                    <a:pt x="560698" y="2120900"/>
                  </a:lnTo>
                  <a:lnTo>
                    <a:pt x="572377" y="2120900"/>
                  </a:lnTo>
                  <a:lnTo>
                    <a:pt x="569699" y="2133600"/>
                  </a:lnTo>
                  <a:close/>
                </a:path>
                <a:path extrusionOk="0" h="3756659" w="3045459">
                  <a:moveTo>
                    <a:pt x="2318511" y="2209800"/>
                  </a:moveTo>
                  <a:lnTo>
                    <a:pt x="2316541" y="2197100"/>
                  </a:lnTo>
                  <a:lnTo>
                    <a:pt x="2319830" y="2184400"/>
                  </a:lnTo>
                  <a:lnTo>
                    <a:pt x="2328533" y="2171700"/>
                  </a:lnTo>
                  <a:lnTo>
                    <a:pt x="2342804" y="2159000"/>
                  </a:lnTo>
                  <a:lnTo>
                    <a:pt x="2354041" y="2159000"/>
                  </a:lnTo>
                  <a:lnTo>
                    <a:pt x="2388969" y="2133600"/>
                  </a:lnTo>
                  <a:lnTo>
                    <a:pt x="2388018" y="2159000"/>
                  </a:lnTo>
                  <a:lnTo>
                    <a:pt x="2375408" y="2184400"/>
                  </a:lnTo>
                  <a:lnTo>
                    <a:pt x="2351963" y="2197100"/>
                  </a:lnTo>
                  <a:lnTo>
                    <a:pt x="2318511" y="2209800"/>
                  </a:lnTo>
                  <a:close/>
                </a:path>
                <a:path extrusionOk="0" h="3756659" w="3045459">
                  <a:moveTo>
                    <a:pt x="2594408" y="2146300"/>
                  </a:moveTo>
                  <a:lnTo>
                    <a:pt x="2586666" y="2146300"/>
                  </a:lnTo>
                  <a:lnTo>
                    <a:pt x="2583439" y="2133600"/>
                  </a:lnTo>
                  <a:lnTo>
                    <a:pt x="2593569" y="2133600"/>
                  </a:lnTo>
                  <a:lnTo>
                    <a:pt x="2594408" y="2146300"/>
                  </a:lnTo>
                  <a:close/>
                </a:path>
                <a:path extrusionOk="0" h="3756659" w="3045459">
                  <a:moveTo>
                    <a:pt x="751168" y="2209800"/>
                  </a:moveTo>
                  <a:lnTo>
                    <a:pt x="739257" y="2197100"/>
                  </a:lnTo>
                  <a:lnTo>
                    <a:pt x="735558" y="2184400"/>
                  </a:lnTo>
                  <a:lnTo>
                    <a:pt x="740212" y="2184400"/>
                  </a:lnTo>
                  <a:lnTo>
                    <a:pt x="753362" y="2171700"/>
                  </a:lnTo>
                  <a:lnTo>
                    <a:pt x="752756" y="2184400"/>
                  </a:lnTo>
                  <a:lnTo>
                    <a:pt x="751168" y="2209800"/>
                  </a:lnTo>
                  <a:close/>
                </a:path>
                <a:path extrusionOk="0" h="3756659" w="3045459">
                  <a:moveTo>
                    <a:pt x="1733165" y="2197100"/>
                  </a:moveTo>
                  <a:lnTo>
                    <a:pt x="1725454" y="2197100"/>
                  </a:lnTo>
                  <a:lnTo>
                    <a:pt x="1726003" y="2184400"/>
                  </a:lnTo>
                  <a:lnTo>
                    <a:pt x="1734907" y="2184400"/>
                  </a:lnTo>
                  <a:lnTo>
                    <a:pt x="1733165" y="2197100"/>
                  </a:lnTo>
                  <a:close/>
                </a:path>
                <a:path extrusionOk="0" h="3756659" w="3045459">
                  <a:moveTo>
                    <a:pt x="3020933" y="2197100"/>
                  </a:moveTo>
                  <a:lnTo>
                    <a:pt x="2981026" y="2197100"/>
                  </a:lnTo>
                  <a:lnTo>
                    <a:pt x="2982316" y="2184400"/>
                  </a:lnTo>
                  <a:lnTo>
                    <a:pt x="3019441" y="2184400"/>
                  </a:lnTo>
                  <a:lnTo>
                    <a:pt x="3020933" y="2197100"/>
                  </a:lnTo>
                  <a:close/>
                </a:path>
                <a:path extrusionOk="0" h="3756659" w="3045459">
                  <a:moveTo>
                    <a:pt x="1517628" y="3413822"/>
                  </a:moveTo>
                  <a:lnTo>
                    <a:pt x="1515338" y="3413596"/>
                  </a:lnTo>
                  <a:lnTo>
                    <a:pt x="1513015" y="3413338"/>
                  </a:lnTo>
                  <a:lnTo>
                    <a:pt x="1510692" y="3413112"/>
                  </a:lnTo>
                  <a:lnTo>
                    <a:pt x="1512031" y="3401269"/>
                  </a:lnTo>
                  <a:lnTo>
                    <a:pt x="1512684" y="3394977"/>
                  </a:lnTo>
                  <a:lnTo>
                    <a:pt x="1512757" y="3394267"/>
                  </a:lnTo>
                  <a:lnTo>
                    <a:pt x="1515080" y="3394525"/>
                  </a:lnTo>
                  <a:lnTo>
                    <a:pt x="1519661" y="3394977"/>
                  </a:lnTo>
                  <a:lnTo>
                    <a:pt x="1519031" y="3400559"/>
                  </a:lnTo>
                  <a:lnTo>
                    <a:pt x="1518306" y="3407562"/>
                  </a:lnTo>
                  <a:lnTo>
                    <a:pt x="1517705" y="3413112"/>
                  </a:lnTo>
                  <a:lnTo>
                    <a:pt x="1517628" y="3413822"/>
                  </a:lnTo>
                  <a:close/>
                </a:path>
                <a:path extrusionOk="0" h="3756659" w="3045459">
                  <a:moveTo>
                    <a:pt x="2027935" y="3234726"/>
                  </a:moveTo>
                  <a:lnTo>
                    <a:pt x="2021773" y="3233662"/>
                  </a:lnTo>
                  <a:lnTo>
                    <a:pt x="2021805" y="3233468"/>
                  </a:lnTo>
                  <a:lnTo>
                    <a:pt x="2022122" y="3229660"/>
                  </a:lnTo>
                  <a:lnTo>
                    <a:pt x="2022225" y="3228434"/>
                  </a:lnTo>
                  <a:lnTo>
                    <a:pt x="2023096" y="3223432"/>
                  </a:lnTo>
                  <a:lnTo>
                    <a:pt x="2023840" y="3218818"/>
                  </a:lnTo>
                  <a:lnTo>
                    <a:pt x="2023902" y="3218430"/>
                  </a:lnTo>
                  <a:lnTo>
                    <a:pt x="2026257" y="3218818"/>
                  </a:lnTo>
                  <a:lnTo>
                    <a:pt x="2030967" y="3219657"/>
                  </a:lnTo>
                  <a:lnTo>
                    <a:pt x="2029225" y="3229660"/>
                  </a:lnTo>
                  <a:lnTo>
                    <a:pt x="2027935" y="3234726"/>
                  </a:lnTo>
                  <a:close/>
                </a:path>
                <a:path extrusionOk="0" h="3756659" w="3045459">
                  <a:moveTo>
                    <a:pt x="194050" y="1497337"/>
                  </a:moveTo>
                  <a:lnTo>
                    <a:pt x="185533" y="1495884"/>
                  </a:lnTo>
                  <a:lnTo>
                    <a:pt x="188278" y="1482331"/>
                  </a:lnTo>
                  <a:lnTo>
                    <a:pt x="188383" y="1481815"/>
                  </a:lnTo>
                  <a:lnTo>
                    <a:pt x="188468" y="1481395"/>
                  </a:lnTo>
                  <a:lnTo>
                    <a:pt x="188566" y="1480911"/>
                  </a:lnTo>
                  <a:lnTo>
                    <a:pt x="190792" y="1481395"/>
                  </a:lnTo>
                  <a:lnTo>
                    <a:pt x="194889" y="1481815"/>
                  </a:lnTo>
                  <a:lnTo>
                    <a:pt x="194921" y="1482331"/>
                  </a:lnTo>
                  <a:lnTo>
                    <a:pt x="195018" y="1487333"/>
                  </a:lnTo>
                  <a:lnTo>
                    <a:pt x="194437" y="1492335"/>
                  </a:lnTo>
                  <a:lnTo>
                    <a:pt x="194163" y="1495884"/>
                  </a:lnTo>
                  <a:lnTo>
                    <a:pt x="194050" y="1497337"/>
                  </a:lnTo>
                  <a:close/>
                </a:path>
                <a:path extrusionOk="0" h="3756659" w="3045459">
                  <a:moveTo>
                    <a:pt x="1668094" y="3144114"/>
                  </a:moveTo>
                  <a:lnTo>
                    <a:pt x="1662771" y="3143339"/>
                  </a:lnTo>
                  <a:lnTo>
                    <a:pt x="1660126" y="3142920"/>
                  </a:lnTo>
                  <a:lnTo>
                    <a:pt x="1660771" y="3138241"/>
                  </a:lnTo>
                  <a:lnTo>
                    <a:pt x="1661352" y="3133529"/>
                  </a:lnTo>
                  <a:lnTo>
                    <a:pt x="1662195" y="3129786"/>
                  </a:lnTo>
                  <a:lnTo>
                    <a:pt x="1662282" y="3129399"/>
                  </a:lnTo>
                  <a:lnTo>
                    <a:pt x="1662384" y="3128947"/>
                  </a:lnTo>
                  <a:lnTo>
                    <a:pt x="1662416" y="3128753"/>
                  </a:lnTo>
                  <a:lnTo>
                    <a:pt x="1668610" y="3129399"/>
                  </a:lnTo>
                  <a:lnTo>
                    <a:pt x="1668610" y="3129786"/>
                  </a:lnTo>
                  <a:lnTo>
                    <a:pt x="1668762" y="3133529"/>
                  </a:lnTo>
                  <a:lnTo>
                    <a:pt x="1668804" y="3134562"/>
                  </a:lnTo>
                  <a:lnTo>
                    <a:pt x="1668481" y="3138241"/>
                  </a:lnTo>
                  <a:lnTo>
                    <a:pt x="1668384" y="3139338"/>
                  </a:lnTo>
                  <a:lnTo>
                    <a:pt x="1668167" y="3142920"/>
                  </a:lnTo>
                  <a:lnTo>
                    <a:pt x="1668094" y="3144114"/>
                  </a:lnTo>
                  <a:close/>
                </a:path>
                <a:path extrusionOk="0" h="3756659" w="3045459">
                  <a:moveTo>
                    <a:pt x="445558" y="3084899"/>
                  </a:moveTo>
                  <a:lnTo>
                    <a:pt x="440708" y="3084899"/>
                  </a:lnTo>
                  <a:lnTo>
                    <a:pt x="439558" y="3064182"/>
                  </a:lnTo>
                  <a:lnTo>
                    <a:pt x="445558" y="3064182"/>
                  </a:lnTo>
                  <a:lnTo>
                    <a:pt x="445558" y="3084899"/>
                  </a:lnTo>
                  <a:close/>
                </a:path>
                <a:path extrusionOk="0" h="3756659" w="3045459">
                  <a:moveTo>
                    <a:pt x="1522080" y="3058051"/>
                  </a:moveTo>
                  <a:lnTo>
                    <a:pt x="1504627" y="3056437"/>
                  </a:lnTo>
                  <a:lnTo>
                    <a:pt x="1505304" y="3050855"/>
                  </a:lnTo>
                  <a:lnTo>
                    <a:pt x="1505595" y="3048047"/>
                  </a:lnTo>
                  <a:lnTo>
                    <a:pt x="1523080" y="3052113"/>
                  </a:lnTo>
                  <a:lnTo>
                    <a:pt x="1522806" y="3053662"/>
                  </a:lnTo>
                  <a:lnTo>
                    <a:pt x="1522165" y="3057535"/>
                  </a:lnTo>
                  <a:lnTo>
                    <a:pt x="1522080" y="3058051"/>
                  </a:lnTo>
                  <a:close/>
                </a:path>
                <a:path extrusionOk="0" h="3756659" w="3045459">
                  <a:moveTo>
                    <a:pt x="2761424" y="3626026"/>
                  </a:moveTo>
                  <a:lnTo>
                    <a:pt x="2758732" y="3626026"/>
                  </a:lnTo>
                  <a:lnTo>
                    <a:pt x="2758714" y="3625800"/>
                  </a:lnTo>
                  <a:lnTo>
                    <a:pt x="2761424" y="3626026"/>
                  </a:lnTo>
                  <a:close/>
                </a:path>
                <a:path extrusionOk="0" h="3756659" w="3045459">
                  <a:moveTo>
                    <a:pt x="2765860" y="3639709"/>
                  </a:moveTo>
                  <a:lnTo>
                    <a:pt x="2759811" y="3639709"/>
                  </a:lnTo>
                  <a:lnTo>
                    <a:pt x="2759451" y="3635417"/>
                  </a:lnTo>
                  <a:lnTo>
                    <a:pt x="2758766" y="3626478"/>
                  </a:lnTo>
                  <a:lnTo>
                    <a:pt x="2758741" y="3626155"/>
                  </a:lnTo>
                  <a:lnTo>
                    <a:pt x="2766489" y="3626155"/>
                  </a:lnTo>
                  <a:lnTo>
                    <a:pt x="2766489" y="3626478"/>
                  </a:lnTo>
                  <a:lnTo>
                    <a:pt x="2766683" y="3630931"/>
                  </a:lnTo>
                  <a:lnTo>
                    <a:pt x="2766204" y="3635094"/>
                  </a:lnTo>
                  <a:lnTo>
                    <a:pt x="2766167" y="3635417"/>
                  </a:lnTo>
                  <a:lnTo>
                    <a:pt x="2765860" y="3639709"/>
                  </a:lnTo>
                  <a:close/>
                </a:path>
                <a:path extrusionOk="0" h="3756659" w="3045459">
                  <a:moveTo>
                    <a:pt x="1568439" y="2283970"/>
                  </a:moveTo>
                  <a:lnTo>
                    <a:pt x="1564310" y="2279485"/>
                  </a:lnTo>
                  <a:lnTo>
                    <a:pt x="1564729" y="2278129"/>
                  </a:lnTo>
                  <a:lnTo>
                    <a:pt x="1565568" y="2275257"/>
                  </a:lnTo>
                  <a:lnTo>
                    <a:pt x="1568737" y="2270998"/>
                  </a:lnTo>
                  <a:lnTo>
                    <a:pt x="1573633" y="2270998"/>
                  </a:lnTo>
                  <a:lnTo>
                    <a:pt x="1576440" y="2274644"/>
                  </a:lnTo>
                  <a:lnTo>
                    <a:pt x="1580860" y="2277871"/>
                  </a:lnTo>
                  <a:lnTo>
                    <a:pt x="1576150" y="2280679"/>
                  </a:lnTo>
                  <a:lnTo>
                    <a:pt x="1573311" y="2283518"/>
                  </a:lnTo>
                  <a:lnTo>
                    <a:pt x="1568439" y="2283970"/>
                  </a:lnTo>
                  <a:close/>
                </a:path>
                <a:path extrusionOk="0" h="3756659" w="3045459">
                  <a:moveTo>
                    <a:pt x="2606377" y="3541383"/>
                  </a:moveTo>
                  <a:lnTo>
                    <a:pt x="2593440" y="3541383"/>
                  </a:lnTo>
                  <a:lnTo>
                    <a:pt x="2593505" y="3533671"/>
                  </a:lnTo>
                  <a:lnTo>
                    <a:pt x="2597409" y="3533477"/>
                  </a:lnTo>
                  <a:lnTo>
                    <a:pt x="2601441" y="3532768"/>
                  </a:lnTo>
                  <a:lnTo>
                    <a:pt x="2605151" y="3533477"/>
                  </a:lnTo>
                  <a:lnTo>
                    <a:pt x="2606022" y="3533671"/>
                  </a:lnTo>
                  <a:lnTo>
                    <a:pt x="2605990" y="3538641"/>
                  </a:lnTo>
                  <a:lnTo>
                    <a:pt x="2606377" y="3541383"/>
                  </a:lnTo>
                  <a:close/>
                </a:path>
                <a:path extrusionOk="0" h="3756659" w="3045459">
                  <a:moveTo>
                    <a:pt x="567796" y="2646808"/>
                  </a:moveTo>
                  <a:lnTo>
                    <a:pt x="564731" y="2646260"/>
                  </a:lnTo>
                  <a:lnTo>
                    <a:pt x="558569" y="2645066"/>
                  </a:lnTo>
                  <a:lnTo>
                    <a:pt x="559763" y="2639580"/>
                  </a:lnTo>
                  <a:lnTo>
                    <a:pt x="560924" y="2634094"/>
                  </a:lnTo>
                  <a:lnTo>
                    <a:pt x="561856" y="2629835"/>
                  </a:lnTo>
                  <a:lnTo>
                    <a:pt x="561941" y="2629447"/>
                  </a:lnTo>
                  <a:lnTo>
                    <a:pt x="562033" y="2629028"/>
                  </a:lnTo>
                  <a:lnTo>
                    <a:pt x="562118" y="2628641"/>
                  </a:lnTo>
                  <a:lnTo>
                    <a:pt x="564731" y="2629028"/>
                  </a:lnTo>
                  <a:lnTo>
                    <a:pt x="567279" y="2629447"/>
                  </a:lnTo>
                  <a:lnTo>
                    <a:pt x="569860" y="2629835"/>
                  </a:lnTo>
                  <a:lnTo>
                    <a:pt x="568005" y="2645066"/>
                  </a:lnTo>
                  <a:lnTo>
                    <a:pt x="567935" y="2645647"/>
                  </a:lnTo>
                  <a:lnTo>
                    <a:pt x="567861" y="2646260"/>
                  </a:lnTo>
                  <a:lnTo>
                    <a:pt x="567796" y="2646808"/>
                  </a:lnTo>
                  <a:close/>
                </a:path>
                <a:path extrusionOk="0" h="3756659" w="3045459">
                  <a:moveTo>
                    <a:pt x="362002" y="3625478"/>
                  </a:moveTo>
                  <a:lnTo>
                    <a:pt x="361002" y="3619702"/>
                  </a:lnTo>
                  <a:lnTo>
                    <a:pt x="360034" y="3613925"/>
                  </a:lnTo>
                  <a:lnTo>
                    <a:pt x="359034" y="3608117"/>
                  </a:lnTo>
                  <a:lnTo>
                    <a:pt x="364325" y="3607407"/>
                  </a:lnTo>
                  <a:lnTo>
                    <a:pt x="366970" y="3607020"/>
                  </a:lnTo>
                  <a:lnTo>
                    <a:pt x="367357" y="3612893"/>
                  </a:lnTo>
                  <a:lnTo>
                    <a:pt x="368196" y="3624639"/>
                  </a:lnTo>
                  <a:lnTo>
                    <a:pt x="366131" y="3624897"/>
                  </a:lnTo>
                  <a:lnTo>
                    <a:pt x="362002" y="3625478"/>
                  </a:lnTo>
                  <a:close/>
                </a:path>
                <a:path extrusionOk="0" h="3756659" w="3045459">
                  <a:moveTo>
                    <a:pt x="2163561" y="3667299"/>
                  </a:moveTo>
                  <a:lnTo>
                    <a:pt x="2156689" y="3667299"/>
                  </a:lnTo>
                  <a:lnTo>
                    <a:pt x="2156689" y="3649744"/>
                  </a:lnTo>
                  <a:lnTo>
                    <a:pt x="2162270" y="3649744"/>
                  </a:lnTo>
                  <a:lnTo>
                    <a:pt x="2162690" y="3655585"/>
                  </a:lnTo>
                  <a:lnTo>
                    <a:pt x="2163141" y="3661458"/>
                  </a:lnTo>
                  <a:lnTo>
                    <a:pt x="2163561" y="3667299"/>
                  </a:lnTo>
                  <a:close/>
                </a:path>
                <a:path extrusionOk="0" h="3756659" w="3045459">
                  <a:moveTo>
                    <a:pt x="2685947" y="3287132"/>
                  </a:moveTo>
                  <a:lnTo>
                    <a:pt x="2683707" y="3287132"/>
                  </a:lnTo>
                  <a:lnTo>
                    <a:pt x="2680739" y="3287003"/>
                  </a:lnTo>
                  <a:lnTo>
                    <a:pt x="2677932" y="3287003"/>
                  </a:lnTo>
                  <a:lnTo>
                    <a:pt x="2677932" y="3272901"/>
                  </a:lnTo>
                  <a:lnTo>
                    <a:pt x="2686385" y="3272901"/>
                  </a:lnTo>
                  <a:lnTo>
                    <a:pt x="2686385" y="3277516"/>
                  </a:lnTo>
                  <a:lnTo>
                    <a:pt x="2686643" y="3282163"/>
                  </a:lnTo>
                  <a:lnTo>
                    <a:pt x="2685965" y="3287003"/>
                  </a:lnTo>
                  <a:lnTo>
                    <a:pt x="2685947" y="3287132"/>
                  </a:lnTo>
                  <a:close/>
                </a:path>
                <a:path extrusionOk="0" h="3756659" w="3045459">
                  <a:moveTo>
                    <a:pt x="659385" y="2998772"/>
                  </a:moveTo>
                  <a:lnTo>
                    <a:pt x="655191" y="2998030"/>
                  </a:lnTo>
                  <a:lnTo>
                    <a:pt x="653062" y="2997610"/>
                  </a:lnTo>
                  <a:lnTo>
                    <a:pt x="655850" y="2980669"/>
                  </a:lnTo>
                  <a:lnTo>
                    <a:pt x="655919" y="2980249"/>
                  </a:lnTo>
                  <a:lnTo>
                    <a:pt x="655993" y="2979797"/>
                  </a:lnTo>
                  <a:lnTo>
                    <a:pt x="656062" y="2979378"/>
                  </a:lnTo>
                  <a:lnTo>
                    <a:pt x="664547" y="2980669"/>
                  </a:lnTo>
                  <a:lnTo>
                    <a:pt x="662837" y="2986703"/>
                  </a:lnTo>
                  <a:lnTo>
                    <a:pt x="661095" y="2992737"/>
                  </a:lnTo>
                  <a:lnTo>
                    <a:pt x="659385" y="2998772"/>
                  </a:lnTo>
                  <a:close/>
                </a:path>
                <a:path extrusionOk="0" h="3756659" w="3045459">
                  <a:moveTo>
                    <a:pt x="2162335" y="2940687"/>
                  </a:moveTo>
                  <a:lnTo>
                    <a:pt x="2156818" y="2939783"/>
                  </a:lnTo>
                  <a:lnTo>
                    <a:pt x="2154044" y="2939299"/>
                  </a:lnTo>
                  <a:lnTo>
                    <a:pt x="2154689" y="2934168"/>
                  </a:lnTo>
                  <a:lnTo>
                    <a:pt x="2155884" y="2924165"/>
                  </a:lnTo>
                  <a:lnTo>
                    <a:pt x="2155915" y="2923907"/>
                  </a:lnTo>
                  <a:lnTo>
                    <a:pt x="2160206" y="2924165"/>
                  </a:lnTo>
                  <a:lnTo>
                    <a:pt x="2162335" y="2924165"/>
                  </a:lnTo>
                  <a:lnTo>
                    <a:pt x="2162335" y="2940687"/>
                  </a:lnTo>
                  <a:close/>
                </a:path>
                <a:path extrusionOk="0" h="3756659" w="3045459">
                  <a:moveTo>
                    <a:pt x="623478" y="3302815"/>
                  </a:moveTo>
                  <a:lnTo>
                    <a:pt x="616833" y="3302815"/>
                  </a:lnTo>
                  <a:lnTo>
                    <a:pt x="616339" y="3298426"/>
                  </a:lnTo>
                  <a:lnTo>
                    <a:pt x="615399" y="3289617"/>
                  </a:lnTo>
                  <a:lnTo>
                    <a:pt x="615324" y="3288907"/>
                  </a:lnTo>
                  <a:lnTo>
                    <a:pt x="615252" y="3288229"/>
                  </a:lnTo>
                  <a:lnTo>
                    <a:pt x="618542" y="3288681"/>
                  </a:lnTo>
                  <a:lnTo>
                    <a:pt x="624607" y="3288907"/>
                  </a:lnTo>
                  <a:lnTo>
                    <a:pt x="624704" y="3289617"/>
                  </a:lnTo>
                  <a:lnTo>
                    <a:pt x="625059" y="3293941"/>
                  </a:lnTo>
                  <a:lnTo>
                    <a:pt x="624138" y="3297942"/>
                  </a:lnTo>
                  <a:lnTo>
                    <a:pt x="624027" y="3298426"/>
                  </a:lnTo>
                  <a:lnTo>
                    <a:pt x="623478" y="3302815"/>
                  </a:lnTo>
                  <a:close/>
                </a:path>
                <a:path extrusionOk="0" h="3756659" w="3045459">
                  <a:moveTo>
                    <a:pt x="1421780" y="2809447"/>
                  </a:moveTo>
                  <a:lnTo>
                    <a:pt x="1418962" y="2809447"/>
                  </a:lnTo>
                  <a:lnTo>
                    <a:pt x="1418974" y="2809253"/>
                  </a:lnTo>
                  <a:lnTo>
                    <a:pt x="1421780" y="2809447"/>
                  </a:lnTo>
                  <a:close/>
                </a:path>
                <a:path extrusionOk="0" h="3756659" w="3045459">
                  <a:moveTo>
                    <a:pt x="1418962" y="2809447"/>
                  </a:moveTo>
                  <a:lnTo>
                    <a:pt x="1418951" y="2809608"/>
                  </a:lnTo>
                  <a:lnTo>
                    <a:pt x="1418974" y="2809253"/>
                  </a:lnTo>
                  <a:lnTo>
                    <a:pt x="1418962" y="2809447"/>
                  </a:lnTo>
                  <a:close/>
                </a:path>
                <a:path extrusionOk="0" h="3756659" w="3045459">
                  <a:moveTo>
                    <a:pt x="1426006" y="2823903"/>
                  </a:moveTo>
                  <a:lnTo>
                    <a:pt x="1423361" y="2823678"/>
                  </a:lnTo>
                  <a:lnTo>
                    <a:pt x="1420748" y="2823484"/>
                  </a:lnTo>
                  <a:lnTo>
                    <a:pt x="1418102" y="2823258"/>
                  </a:lnTo>
                  <a:lnTo>
                    <a:pt x="1418939" y="2809802"/>
                  </a:lnTo>
                  <a:lnTo>
                    <a:pt x="1418951" y="2809608"/>
                  </a:lnTo>
                  <a:lnTo>
                    <a:pt x="1424555" y="2809608"/>
                  </a:lnTo>
                  <a:lnTo>
                    <a:pt x="1427394" y="2809802"/>
                  </a:lnTo>
                  <a:lnTo>
                    <a:pt x="1426942" y="2814513"/>
                  </a:lnTo>
                  <a:lnTo>
                    <a:pt x="1426458" y="2819192"/>
                  </a:lnTo>
                  <a:lnTo>
                    <a:pt x="1426068" y="2823258"/>
                  </a:lnTo>
                  <a:lnTo>
                    <a:pt x="1426006" y="2823903"/>
                  </a:lnTo>
                  <a:close/>
                </a:path>
                <a:path extrusionOk="0" h="3756659" w="3045459">
                  <a:moveTo>
                    <a:pt x="1430717" y="3609279"/>
                  </a:moveTo>
                  <a:lnTo>
                    <a:pt x="1428781" y="3603664"/>
                  </a:lnTo>
                  <a:lnTo>
                    <a:pt x="1449331" y="3595596"/>
                  </a:lnTo>
                  <a:lnTo>
                    <a:pt x="1450073" y="3598113"/>
                  </a:lnTo>
                  <a:lnTo>
                    <a:pt x="1450880" y="3600598"/>
                  </a:lnTo>
                  <a:lnTo>
                    <a:pt x="1451654" y="3603115"/>
                  </a:lnTo>
                  <a:lnTo>
                    <a:pt x="1430717" y="3609279"/>
                  </a:lnTo>
                  <a:close/>
                </a:path>
                <a:path extrusionOk="0" h="3756659" w="3045459">
                  <a:moveTo>
                    <a:pt x="2331351" y="2312109"/>
                  </a:moveTo>
                  <a:lnTo>
                    <a:pt x="2329544" y="2302751"/>
                  </a:lnTo>
                  <a:lnTo>
                    <a:pt x="2328589" y="2297975"/>
                  </a:lnTo>
                  <a:lnTo>
                    <a:pt x="2331932" y="2297975"/>
                  </a:lnTo>
                  <a:lnTo>
                    <a:pt x="2337932" y="2297168"/>
                  </a:lnTo>
                  <a:lnTo>
                    <a:pt x="2339158" y="2302170"/>
                  </a:lnTo>
                  <a:lnTo>
                    <a:pt x="2338997" y="2306849"/>
                  </a:lnTo>
                  <a:lnTo>
                    <a:pt x="2339255" y="2311464"/>
                  </a:lnTo>
                  <a:lnTo>
                    <a:pt x="2336609" y="2311657"/>
                  </a:lnTo>
                  <a:lnTo>
                    <a:pt x="2331351" y="2312109"/>
                  </a:lnTo>
                  <a:close/>
                </a:path>
                <a:path extrusionOk="0" h="3756659" w="3045459">
                  <a:moveTo>
                    <a:pt x="1012999" y="2538351"/>
                  </a:moveTo>
                  <a:lnTo>
                    <a:pt x="993385" y="2533284"/>
                  </a:lnTo>
                  <a:lnTo>
                    <a:pt x="995352" y="2525507"/>
                  </a:lnTo>
                  <a:lnTo>
                    <a:pt x="1014935" y="2530638"/>
                  </a:lnTo>
                  <a:lnTo>
                    <a:pt x="1012999" y="2538351"/>
                  </a:lnTo>
                  <a:close/>
                </a:path>
                <a:path extrusionOk="0" h="3756659" w="3045459">
                  <a:moveTo>
                    <a:pt x="2110068" y="3667041"/>
                  </a:moveTo>
                  <a:lnTo>
                    <a:pt x="2103490" y="3667041"/>
                  </a:lnTo>
                  <a:lnTo>
                    <a:pt x="2103490" y="3651810"/>
                  </a:lnTo>
                  <a:lnTo>
                    <a:pt x="2105846" y="3651390"/>
                  </a:lnTo>
                  <a:lnTo>
                    <a:pt x="2108104" y="3650874"/>
                  </a:lnTo>
                  <a:lnTo>
                    <a:pt x="2110394" y="3650228"/>
                  </a:lnTo>
                  <a:lnTo>
                    <a:pt x="2111720" y="3650228"/>
                  </a:lnTo>
                  <a:lnTo>
                    <a:pt x="2111136" y="3655973"/>
                  </a:lnTo>
                  <a:lnTo>
                    <a:pt x="2110068" y="3667041"/>
                  </a:lnTo>
                  <a:close/>
                </a:path>
                <a:path extrusionOk="0" h="3756659" w="3045459">
                  <a:moveTo>
                    <a:pt x="1992222" y="2417114"/>
                  </a:moveTo>
                  <a:lnTo>
                    <a:pt x="1989931" y="2413371"/>
                  </a:lnTo>
                  <a:lnTo>
                    <a:pt x="1987836" y="2411306"/>
                  </a:lnTo>
                  <a:lnTo>
                    <a:pt x="1990738" y="2408595"/>
                  </a:lnTo>
                  <a:lnTo>
                    <a:pt x="1993351" y="2404561"/>
                  </a:lnTo>
                  <a:lnTo>
                    <a:pt x="1998900" y="2403077"/>
                  </a:lnTo>
                  <a:lnTo>
                    <a:pt x="2002287" y="2407336"/>
                  </a:lnTo>
                  <a:lnTo>
                    <a:pt x="2007546" y="2411306"/>
                  </a:lnTo>
                  <a:lnTo>
                    <a:pt x="2001384" y="2414081"/>
                  </a:lnTo>
                  <a:lnTo>
                    <a:pt x="1997867" y="2416630"/>
                  </a:lnTo>
                  <a:lnTo>
                    <a:pt x="1992222" y="2417114"/>
                  </a:lnTo>
                  <a:close/>
                </a:path>
                <a:path extrusionOk="0" h="3756659" w="3045459">
                  <a:moveTo>
                    <a:pt x="524437" y="2979346"/>
                  </a:moveTo>
                  <a:lnTo>
                    <a:pt x="518979" y="2978668"/>
                  </a:lnTo>
                  <a:lnTo>
                    <a:pt x="519307" y="2978668"/>
                  </a:lnTo>
                  <a:lnTo>
                    <a:pt x="519404" y="2970536"/>
                  </a:lnTo>
                  <a:lnTo>
                    <a:pt x="534244" y="2971278"/>
                  </a:lnTo>
                  <a:lnTo>
                    <a:pt x="534147" y="2973860"/>
                  </a:lnTo>
                  <a:lnTo>
                    <a:pt x="534029" y="2978668"/>
                  </a:lnTo>
                  <a:lnTo>
                    <a:pt x="534018" y="2979120"/>
                  </a:lnTo>
                  <a:lnTo>
                    <a:pt x="529244" y="2979120"/>
                  </a:lnTo>
                  <a:lnTo>
                    <a:pt x="524437" y="2979346"/>
                  </a:lnTo>
                  <a:close/>
                </a:path>
                <a:path extrusionOk="0" h="3756659" w="3045459">
                  <a:moveTo>
                    <a:pt x="68329" y="2112393"/>
                  </a:moveTo>
                  <a:lnTo>
                    <a:pt x="66619" y="2107585"/>
                  </a:lnTo>
                  <a:lnTo>
                    <a:pt x="64651" y="2102841"/>
                  </a:lnTo>
                  <a:lnTo>
                    <a:pt x="63425" y="2097517"/>
                  </a:lnTo>
                  <a:lnTo>
                    <a:pt x="69006" y="2095807"/>
                  </a:lnTo>
                  <a:lnTo>
                    <a:pt x="71974" y="2094710"/>
                  </a:lnTo>
                  <a:lnTo>
                    <a:pt x="73458" y="2099711"/>
                  </a:lnTo>
                  <a:lnTo>
                    <a:pt x="74910" y="2104713"/>
                  </a:lnTo>
                  <a:lnTo>
                    <a:pt x="76394" y="2109715"/>
                  </a:lnTo>
                  <a:lnTo>
                    <a:pt x="73716" y="2110586"/>
                  </a:lnTo>
                  <a:lnTo>
                    <a:pt x="68329" y="2112393"/>
                  </a:lnTo>
                  <a:close/>
                </a:path>
                <a:path extrusionOk="0" h="3756659" w="3045459">
                  <a:moveTo>
                    <a:pt x="2606248" y="3389588"/>
                  </a:moveTo>
                  <a:lnTo>
                    <a:pt x="2603764" y="3388652"/>
                  </a:lnTo>
                  <a:lnTo>
                    <a:pt x="2601248" y="3387781"/>
                  </a:lnTo>
                  <a:lnTo>
                    <a:pt x="2598763" y="3386845"/>
                  </a:lnTo>
                  <a:lnTo>
                    <a:pt x="2600506" y="3381101"/>
                  </a:lnTo>
                  <a:lnTo>
                    <a:pt x="2602119" y="3375292"/>
                  </a:lnTo>
                  <a:lnTo>
                    <a:pt x="2604603" y="3369452"/>
                  </a:lnTo>
                  <a:lnTo>
                    <a:pt x="2610539" y="3371581"/>
                  </a:lnTo>
                  <a:lnTo>
                    <a:pt x="2613797" y="3372549"/>
                  </a:lnTo>
                  <a:lnTo>
                    <a:pt x="2606248" y="3389588"/>
                  </a:lnTo>
                  <a:close/>
                </a:path>
                <a:path extrusionOk="0" h="3756659" w="3045459">
                  <a:moveTo>
                    <a:pt x="2338384" y="3355995"/>
                  </a:moveTo>
                  <a:lnTo>
                    <a:pt x="2320963" y="3349380"/>
                  </a:lnTo>
                  <a:lnTo>
                    <a:pt x="2322156" y="3346798"/>
                  </a:lnTo>
                  <a:lnTo>
                    <a:pt x="2323979" y="3341958"/>
                  </a:lnTo>
                  <a:lnTo>
                    <a:pt x="2324028" y="3341829"/>
                  </a:lnTo>
                  <a:lnTo>
                    <a:pt x="2324415" y="3341958"/>
                  </a:lnTo>
                  <a:lnTo>
                    <a:pt x="2330222" y="3343636"/>
                  </a:lnTo>
                  <a:lnTo>
                    <a:pt x="2335803" y="3345992"/>
                  </a:lnTo>
                  <a:lnTo>
                    <a:pt x="2341449" y="3348218"/>
                  </a:lnTo>
                  <a:lnTo>
                    <a:pt x="2339384" y="3353414"/>
                  </a:lnTo>
                  <a:lnTo>
                    <a:pt x="2338384" y="3355995"/>
                  </a:lnTo>
                  <a:close/>
                </a:path>
                <a:path extrusionOk="0" h="3756659" w="3045459">
                  <a:moveTo>
                    <a:pt x="1547083" y="3356189"/>
                  </a:moveTo>
                  <a:lnTo>
                    <a:pt x="1530242" y="3348057"/>
                  </a:lnTo>
                  <a:lnTo>
                    <a:pt x="1531195" y="3346121"/>
                  </a:lnTo>
                  <a:lnTo>
                    <a:pt x="1532920" y="3341958"/>
                  </a:lnTo>
                  <a:lnTo>
                    <a:pt x="1539146" y="3343830"/>
                  </a:lnTo>
                  <a:lnTo>
                    <a:pt x="1544824" y="3346121"/>
                  </a:lnTo>
                  <a:lnTo>
                    <a:pt x="1550535" y="3348283"/>
                  </a:lnTo>
                  <a:lnTo>
                    <a:pt x="1549405" y="3350929"/>
                  </a:lnTo>
                  <a:lnTo>
                    <a:pt x="1547083" y="3356189"/>
                  </a:lnTo>
                  <a:close/>
                </a:path>
                <a:path extrusionOk="0" h="3756659" w="3045459">
                  <a:moveTo>
                    <a:pt x="2356611" y="2269739"/>
                  </a:moveTo>
                  <a:lnTo>
                    <a:pt x="2356131" y="2267158"/>
                  </a:lnTo>
                  <a:lnTo>
                    <a:pt x="2356095" y="2266964"/>
                  </a:lnTo>
                  <a:lnTo>
                    <a:pt x="2354643" y="2261995"/>
                  </a:lnTo>
                  <a:lnTo>
                    <a:pt x="2355256" y="2261736"/>
                  </a:lnTo>
                  <a:lnTo>
                    <a:pt x="2360225" y="2259445"/>
                  </a:lnTo>
                  <a:lnTo>
                    <a:pt x="2365580" y="2258058"/>
                  </a:lnTo>
                  <a:lnTo>
                    <a:pt x="2370839" y="2256412"/>
                  </a:lnTo>
                  <a:lnTo>
                    <a:pt x="2373226" y="2265899"/>
                  </a:lnTo>
                  <a:lnTo>
                    <a:pt x="2356611" y="2269739"/>
                  </a:lnTo>
                  <a:close/>
                </a:path>
                <a:path extrusionOk="0" h="3756659" w="3045459">
                  <a:moveTo>
                    <a:pt x="83814" y="2165154"/>
                  </a:moveTo>
                  <a:lnTo>
                    <a:pt x="81201" y="2161991"/>
                  </a:lnTo>
                  <a:lnTo>
                    <a:pt x="77394" y="2159184"/>
                  </a:lnTo>
                  <a:lnTo>
                    <a:pt x="75845" y="2153537"/>
                  </a:lnTo>
                  <a:lnTo>
                    <a:pt x="79915" y="2150149"/>
                  </a:lnTo>
                  <a:lnTo>
                    <a:pt x="83072" y="2145728"/>
                  </a:lnTo>
                  <a:lnTo>
                    <a:pt x="86879" y="2150149"/>
                  </a:lnTo>
                  <a:lnTo>
                    <a:pt x="91653" y="2153311"/>
                  </a:lnTo>
                  <a:lnTo>
                    <a:pt x="91307" y="2159184"/>
                  </a:lnTo>
                  <a:lnTo>
                    <a:pt x="91299" y="2159313"/>
                  </a:lnTo>
                  <a:lnTo>
                    <a:pt x="86556" y="2162185"/>
                  </a:lnTo>
                  <a:lnTo>
                    <a:pt x="83814" y="2165154"/>
                  </a:lnTo>
                  <a:close/>
                </a:path>
                <a:path extrusionOk="0" h="3756659" w="3045459">
                  <a:moveTo>
                    <a:pt x="1818657" y="2602857"/>
                  </a:moveTo>
                  <a:lnTo>
                    <a:pt x="1818560" y="2600114"/>
                  </a:lnTo>
                  <a:lnTo>
                    <a:pt x="1818431" y="2597339"/>
                  </a:lnTo>
                  <a:lnTo>
                    <a:pt x="1818354" y="2596016"/>
                  </a:lnTo>
                  <a:lnTo>
                    <a:pt x="1818270" y="2594564"/>
                  </a:lnTo>
                  <a:lnTo>
                    <a:pt x="1836949" y="2593241"/>
                  </a:lnTo>
                  <a:lnTo>
                    <a:pt x="1836934" y="2597339"/>
                  </a:lnTo>
                  <a:lnTo>
                    <a:pt x="1837107" y="2600114"/>
                  </a:lnTo>
                  <a:lnTo>
                    <a:pt x="1837175" y="2601212"/>
                  </a:lnTo>
                  <a:lnTo>
                    <a:pt x="1830723" y="2602276"/>
                  </a:lnTo>
                  <a:lnTo>
                    <a:pt x="1824690" y="2602470"/>
                  </a:lnTo>
                  <a:lnTo>
                    <a:pt x="1818657" y="2602857"/>
                  </a:lnTo>
                  <a:close/>
                </a:path>
                <a:path extrusionOk="0" h="3756659" w="3045459">
                  <a:moveTo>
                    <a:pt x="1051003" y="2535898"/>
                  </a:moveTo>
                  <a:lnTo>
                    <a:pt x="1047164" y="2535898"/>
                  </a:lnTo>
                  <a:lnTo>
                    <a:pt x="1047164" y="2506662"/>
                  </a:lnTo>
                  <a:lnTo>
                    <a:pt x="1051003" y="2506662"/>
                  </a:lnTo>
                  <a:lnTo>
                    <a:pt x="1051003" y="2535898"/>
                  </a:lnTo>
                  <a:close/>
                </a:path>
                <a:path extrusionOk="0" h="3756659" w="3045459">
                  <a:moveTo>
                    <a:pt x="1329094" y="3489430"/>
                  </a:moveTo>
                  <a:lnTo>
                    <a:pt x="1321744" y="3488978"/>
                  </a:lnTo>
                  <a:lnTo>
                    <a:pt x="1317448" y="3488978"/>
                  </a:lnTo>
                  <a:lnTo>
                    <a:pt x="1311157" y="3487784"/>
                  </a:lnTo>
                  <a:lnTo>
                    <a:pt x="1311673" y="3481846"/>
                  </a:lnTo>
                  <a:lnTo>
                    <a:pt x="1311673" y="3478619"/>
                  </a:lnTo>
                  <a:lnTo>
                    <a:pt x="1317738" y="3479491"/>
                  </a:lnTo>
                  <a:lnTo>
                    <a:pt x="1329868" y="3481330"/>
                  </a:lnTo>
                  <a:lnTo>
                    <a:pt x="1329251" y="3487784"/>
                  </a:lnTo>
                  <a:lnTo>
                    <a:pt x="1329137" y="3488978"/>
                  </a:lnTo>
                  <a:lnTo>
                    <a:pt x="1329094" y="3489430"/>
                  </a:lnTo>
                  <a:close/>
                </a:path>
                <a:path extrusionOk="0" h="3756659" w="3045459">
                  <a:moveTo>
                    <a:pt x="1688483" y="3245827"/>
                  </a:moveTo>
                  <a:lnTo>
                    <a:pt x="1687031" y="3238179"/>
                  </a:lnTo>
                  <a:lnTo>
                    <a:pt x="1685999" y="3230660"/>
                  </a:lnTo>
                  <a:lnTo>
                    <a:pt x="1684934" y="3223174"/>
                  </a:lnTo>
                  <a:lnTo>
                    <a:pt x="1690548" y="3222464"/>
                  </a:lnTo>
                  <a:lnTo>
                    <a:pt x="1693355" y="3222141"/>
                  </a:lnTo>
                  <a:lnTo>
                    <a:pt x="1694710" y="3237340"/>
                  </a:lnTo>
                  <a:lnTo>
                    <a:pt x="1695032" y="3244924"/>
                  </a:lnTo>
                  <a:lnTo>
                    <a:pt x="1695032" y="3245085"/>
                  </a:lnTo>
                  <a:lnTo>
                    <a:pt x="1688483" y="3245827"/>
                  </a:lnTo>
                  <a:close/>
                </a:path>
                <a:path extrusionOk="0" h="3756659" w="3045459">
                  <a:moveTo>
                    <a:pt x="344077" y="2442284"/>
                  </a:moveTo>
                  <a:lnTo>
                    <a:pt x="341267" y="2437945"/>
                  </a:lnTo>
                  <a:lnTo>
                    <a:pt x="341226" y="2428505"/>
                  </a:lnTo>
                  <a:lnTo>
                    <a:pt x="363647" y="2437573"/>
                  </a:lnTo>
                  <a:lnTo>
                    <a:pt x="351066" y="2442001"/>
                  </a:lnTo>
                  <a:lnTo>
                    <a:pt x="344077" y="2442284"/>
                  </a:lnTo>
                  <a:close/>
                </a:path>
                <a:path extrusionOk="0" h="3756659" w="3045459">
                  <a:moveTo>
                    <a:pt x="2576826" y="3700956"/>
                  </a:moveTo>
                  <a:lnTo>
                    <a:pt x="2572503" y="3700956"/>
                  </a:lnTo>
                  <a:lnTo>
                    <a:pt x="2572503" y="3677432"/>
                  </a:lnTo>
                  <a:lnTo>
                    <a:pt x="2576826" y="3677432"/>
                  </a:lnTo>
                  <a:lnTo>
                    <a:pt x="2576826" y="3700956"/>
                  </a:lnTo>
                  <a:close/>
                </a:path>
                <a:path extrusionOk="0" h="3756659" w="3045459">
                  <a:moveTo>
                    <a:pt x="1941217" y="2982669"/>
                  </a:moveTo>
                  <a:lnTo>
                    <a:pt x="1935184" y="2982185"/>
                  </a:lnTo>
                  <a:lnTo>
                    <a:pt x="1932313" y="2977313"/>
                  </a:lnTo>
                  <a:lnTo>
                    <a:pt x="1929280" y="2974441"/>
                  </a:lnTo>
                  <a:lnTo>
                    <a:pt x="1932894" y="2971472"/>
                  </a:lnTo>
                  <a:lnTo>
                    <a:pt x="1936120" y="2967309"/>
                  </a:lnTo>
                  <a:lnTo>
                    <a:pt x="1942830" y="2965050"/>
                  </a:lnTo>
                  <a:lnTo>
                    <a:pt x="1946798" y="2968342"/>
                  </a:lnTo>
                  <a:lnTo>
                    <a:pt x="1952218" y="2970697"/>
                  </a:lnTo>
                  <a:lnTo>
                    <a:pt x="1944443" y="2977635"/>
                  </a:lnTo>
                  <a:lnTo>
                    <a:pt x="1941217" y="2982669"/>
                  </a:lnTo>
                  <a:close/>
                </a:path>
                <a:path extrusionOk="0" h="3756659" w="3045459">
                  <a:moveTo>
                    <a:pt x="965769" y="3420760"/>
                  </a:moveTo>
                  <a:lnTo>
                    <a:pt x="965655" y="3417630"/>
                  </a:lnTo>
                  <a:lnTo>
                    <a:pt x="964833" y="3412854"/>
                  </a:lnTo>
                  <a:lnTo>
                    <a:pt x="971608" y="3410466"/>
                  </a:lnTo>
                  <a:lnTo>
                    <a:pt x="977899" y="3409369"/>
                  </a:lnTo>
                  <a:lnTo>
                    <a:pt x="984093" y="3407917"/>
                  </a:lnTo>
                  <a:lnTo>
                    <a:pt x="985255" y="3414371"/>
                  </a:lnTo>
                  <a:lnTo>
                    <a:pt x="985868" y="3417630"/>
                  </a:lnTo>
                  <a:lnTo>
                    <a:pt x="965769" y="3420760"/>
                  </a:lnTo>
                  <a:close/>
                </a:path>
                <a:path extrusionOk="0" h="3756659" w="3045459">
                  <a:moveTo>
                    <a:pt x="2055034" y="3211299"/>
                  </a:moveTo>
                  <a:lnTo>
                    <a:pt x="2051808" y="3210879"/>
                  </a:lnTo>
                  <a:lnTo>
                    <a:pt x="2045388" y="3209943"/>
                  </a:lnTo>
                  <a:lnTo>
                    <a:pt x="2046485" y="3203199"/>
                  </a:lnTo>
                  <a:lnTo>
                    <a:pt x="2047614" y="3196423"/>
                  </a:lnTo>
                  <a:lnTo>
                    <a:pt x="2048519" y="3190808"/>
                  </a:lnTo>
                  <a:lnTo>
                    <a:pt x="2048581" y="3190420"/>
                  </a:lnTo>
                  <a:lnTo>
                    <a:pt x="2048649" y="3190001"/>
                  </a:lnTo>
                  <a:lnTo>
                    <a:pt x="2048711" y="3189614"/>
                  </a:lnTo>
                  <a:lnTo>
                    <a:pt x="2057454" y="3190808"/>
                  </a:lnTo>
                  <a:lnTo>
                    <a:pt x="2056680" y="3197649"/>
                  </a:lnTo>
                  <a:lnTo>
                    <a:pt x="2055841" y="3204458"/>
                  </a:lnTo>
                  <a:lnTo>
                    <a:pt x="2055194" y="3209943"/>
                  </a:lnTo>
                  <a:lnTo>
                    <a:pt x="2055084" y="3210879"/>
                  </a:lnTo>
                  <a:lnTo>
                    <a:pt x="2055034" y="3211299"/>
                  </a:lnTo>
                  <a:close/>
                </a:path>
                <a:path extrusionOk="0" h="3756659" w="3045459">
                  <a:moveTo>
                    <a:pt x="1689161" y="2443156"/>
                  </a:moveTo>
                  <a:lnTo>
                    <a:pt x="1685289" y="2427376"/>
                  </a:lnTo>
                  <a:lnTo>
                    <a:pt x="1683321" y="2419470"/>
                  </a:lnTo>
                  <a:lnTo>
                    <a:pt x="1692161" y="2417727"/>
                  </a:lnTo>
                  <a:lnTo>
                    <a:pt x="1693709" y="2425601"/>
                  </a:lnTo>
                  <a:lnTo>
                    <a:pt x="1696839" y="2441252"/>
                  </a:lnTo>
                  <a:lnTo>
                    <a:pt x="1689161" y="2443156"/>
                  </a:lnTo>
                  <a:close/>
                </a:path>
                <a:path extrusionOk="0" h="3756659" w="3045459">
                  <a:moveTo>
                    <a:pt x="2161722" y="2790730"/>
                  </a:moveTo>
                  <a:lnTo>
                    <a:pt x="2157173" y="2790730"/>
                  </a:lnTo>
                  <a:lnTo>
                    <a:pt x="2157173" y="2766722"/>
                  </a:lnTo>
                  <a:lnTo>
                    <a:pt x="2161722" y="2766722"/>
                  </a:lnTo>
                  <a:lnTo>
                    <a:pt x="2161722" y="2790730"/>
                  </a:lnTo>
                  <a:close/>
                </a:path>
                <a:path extrusionOk="0" h="3756659" w="3045459">
                  <a:moveTo>
                    <a:pt x="2360870" y="3756072"/>
                  </a:moveTo>
                  <a:lnTo>
                    <a:pt x="2359899" y="3746972"/>
                  </a:lnTo>
                  <a:lnTo>
                    <a:pt x="2359805" y="3746133"/>
                  </a:lnTo>
                  <a:lnTo>
                    <a:pt x="2365709" y="3746133"/>
                  </a:lnTo>
                  <a:lnTo>
                    <a:pt x="2371645" y="3745714"/>
                  </a:lnTo>
                  <a:lnTo>
                    <a:pt x="2377452" y="3746553"/>
                  </a:lnTo>
                  <a:lnTo>
                    <a:pt x="2377613" y="3746553"/>
                  </a:lnTo>
                  <a:lnTo>
                    <a:pt x="2377775" y="3746811"/>
                  </a:lnTo>
                  <a:lnTo>
                    <a:pt x="2377968" y="3746972"/>
                  </a:lnTo>
                  <a:lnTo>
                    <a:pt x="2379001" y="3748134"/>
                  </a:lnTo>
                  <a:lnTo>
                    <a:pt x="2379775" y="3751652"/>
                  </a:lnTo>
                  <a:lnTo>
                    <a:pt x="2380710" y="3753814"/>
                  </a:lnTo>
                  <a:lnTo>
                    <a:pt x="2360870" y="3756072"/>
                  </a:lnTo>
                  <a:close/>
                </a:path>
                <a:path extrusionOk="0" h="3756659" w="3045459">
                  <a:moveTo>
                    <a:pt x="1786783" y="3543933"/>
                  </a:moveTo>
                  <a:lnTo>
                    <a:pt x="1786859" y="3543062"/>
                  </a:lnTo>
                  <a:lnTo>
                    <a:pt x="1786912" y="3533510"/>
                  </a:lnTo>
                  <a:lnTo>
                    <a:pt x="1793590" y="3532380"/>
                  </a:lnTo>
                  <a:lnTo>
                    <a:pt x="1799623" y="3532864"/>
                  </a:lnTo>
                  <a:lnTo>
                    <a:pt x="1805494" y="3532864"/>
                  </a:lnTo>
                  <a:lnTo>
                    <a:pt x="1805688" y="3535704"/>
                  </a:lnTo>
                  <a:lnTo>
                    <a:pt x="1805849" y="3538544"/>
                  </a:lnTo>
                  <a:lnTo>
                    <a:pt x="1805967" y="3540254"/>
                  </a:lnTo>
                  <a:lnTo>
                    <a:pt x="1806043" y="3541351"/>
                  </a:lnTo>
                  <a:lnTo>
                    <a:pt x="1786783" y="3543933"/>
                  </a:lnTo>
                  <a:close/>
                </a:path>
                <a:path extrusionOk="0" h="3756659" w="3045459">
                  <a:moveTo>
                    <a:pt x="2220598" y="3610053"/>
                  </a:moveTo>
                  <a:lnTo>
                    <a:pt x="2227749" y="3599561"/>
                  </a:lnTo>
                  <a:lnTo>
                    <a:pt x="2234664" y="3595746"/>
                  </a:lnTo>
                  <a:lnTo>
                    <a:pt x="2242039" y="3597987"/>
                  </a:lnTo>
                  <a:lnTo>
                    <a:pt x="2250569" y="3605664"/>
                  </a:lnTo>
                  <a:lnTo>
                    <a:pt x="2220598" y="3610053"/>
                  </a:lnTo>
                  <a:close/>
                </a:path>
                <a:path extrusionOk="0" h="3756659" w="3045459">
                  <a:moveTo>
                    <a:pt x="286672" y="3555679"/>
                  </a:moveTo>
                  <a:lnTo>
                    <a:pt x="281575" y="3555679"/>
                  </a:lnTo>
                  <a:lnTo>
                    <a:pt x="281575" y="3529411"/>
                  </a:lnTo>
                  <a:lnTo>
                    <a:pt x="286672" y="3529411"/>
                  </a:lnTo>
                  <a:lnTo>
                    <a:pt x="286672" y="3555679"/>
                  </a:lnTo>
                  <a:close/>
                </a:path>
                <a:path extrusionOk="0" h="3756659" w="3045459">
                  <a:moveTo>
                    <a:pt x="1305350" y="3662846"/>
                  </a:moveTo>
                  <a:lnTo>
                    <a:pt x="1299110" y="3662846"/>
                  </a:lnTo>
                  <a:lnTo>
                    <a:pt x="1297855" y="3636320"/>
                  </a:lnTo>
                  <a:lnTo>
                    <a:pt x="1305350" y="3636320"/>
                  </a:lnTo>
                  <a:lnTo>
                    <a:pt x="1305350" y="3662846"/>
                  </a:lnTo>
                  <a:close/>
                </a:path>
                <a:path extrusionOk="0" h="3756659" w="3045459">
                  <a:moveTo>
                    <a:pt x="480852" y="2551742"/>
                  </a:moveTo>
                  <a:lnTo>
                    <a:pt x="477626" y="2525281"/>
                  </a:lnTo>
                  <a:lnTo>
                    <a:pt x="483755" y="2524507"/>
                  </a:lnTo>
                  <a:lnTo>
                    <a:pt x="486788" y="2524088"/>
                  </a:lnTo>
                  <a:lnTo>
                    <a:pt x="490337" y="2550549"/>
                  </a:lnTo>
                  <a:lnTo>
                    <a:pt x="487175" y="2550936"/>
                  </a:lnTo>
                  <a:lnTo>
                    <a:pt x="484013" y="2551355"/>
                  </a:lnTo>
                  <a:lnTo>
                    <a:pt x="480852" y="2551742"/>
                  </a:lnTo>
                  <a:close/>
                </a:path>
                <a:path extrusionOk="0" h="3756659" w="3045459">
                  <a:moveTo>
                    <a:pt x="2626444" y="3729708"/>
                  </a:moveTo>
                  <a:lnTo>
                    <a:pt x="2625012" y="3722754"/>
                  </a:lnTo>
                  <a:lnTo>
                    <a:pt x="2623734" y="3715933"/>
                  </a:lnTo>
                  <a:lnTo>
                    <a:pt x="2622528" y="3709095"/>
                  </a:lnTo>
                  <a:lnTo>
                    <a:pt x="2621346" y="3702247"/>
                  </a:lnTo>
                  <a:lnTo>
                    <a:pt x="2630638" y="3700601"/>
                  </a:lnTo>
                  <a:lnTo>
                    <a:pt x="2631604" y="3707542"/>
                  </a:lnTo>
                  <a:lnTo>
                    <a:pt x="2632537" y="3714477"/>
                  </a:lnTo>
                  <a:lnTo>
                    <a:pt x="2633391" y="3721412"/>
                  </a:lnTo>
                  <a:lnTo>
                    <a:pt x="2634122" y="3728353"/>
                  </a:lnTo>
                  <a:lnTo>
                    <a:pt x="2634122" y="3728514"/>
                  </a:lnTo>
                  <a:lnTo>
                    <a:pt x="2626444" y="3729708"/>
                  </a:lnTo>
                  <a:close/>
                </a:path>
                <a:path extrusionOk="0" h="3756659" w="3045459">
                  <a:moveTo>
                    <a:pt x="523856" y="3061407"/>
                  </a:moveTo>
                  <a:lnTo>
                    <a:pt x="505112" y="3038786"/>
                  </a:lnTo>
                  <a:lnTo>
                    <a:pt x="527501" y="3035333"/>
                  </a:lnTo>
                  <a:lnTo>
                    <a:pt x="523856" y="3061407"/>
                  </a:lnTo>
                  <a:close/>
                </a:path>
                <a:path extrusionOk="0" h="3756659" w="3045459">
                  <a:moveTo>
                    <a:pt x="1301124" y="2889572"/>
                  </a:moveTo>
                  <a:lnTo>
                    <a:pt x="1274928" y="2879826"/>
                  </a:lnTo>
                  <a:lnTo>
                    <a:pt x="1277218" y="2872501"/>
                  </a:lnTo>
                  <a:lnTo>
                    <a:pt x="1303414" y="2879956"/>
                  </a:lnTo>
                  <a:lnTo>
                    <a:pt x="1302640" y="2883150"/>
                  </a:lnTo>
                  <a:lnTo>
                    <a:pt x="1301124" y="2889572"/>
                  </a:lnTo>
                  <a:close/>
                </a:path>
                <a:path extrusionOk="0" h="3756659" w="3045459">
                  <a:moveTo>
                    <a:pt x="1867113" y="3716768"/>
                  </a:moveTo>
                  <a:lnTo>
                    <a:pt x="1862016" y="3716768"/>
                  </a:lnTo>
                  <a:lnTo>
                    <a:pt x="1862016" y="3688629"/>
                  </a:lnTo>
                  <a:lnTo>
                    <a:pt x="1867113" y="3688629"/>
                  </a:lnTo>
                  <a:lnTo>
                    <a:pt x="1867113" y="3716768"/>
                  </a:lnTo>
                  <a:close/>
                </a:path>
                <a:path extrusionOk="0" h="3756659" w="3045459">
                  <a:moveTo>
                    <a:pt x="201535" y="1858077"/>
                  </a:moveTo>
                  <a:lnTo>
                    <a:pt x="195631" y="1858077"/>
                  </a:lnTo>
                  <a:lnTo>
                    <a:pt x="195631" y="1828712"/>
                  </a:lnTo>
                  <a:lnTo>
                    <a:pt x="201535" y="1828712"/>
                  </a:lnTo>
                  <a:lnTo>
                    <a:pt x="201535" y="1858077"/>
                  </a:lnTo>
                  <a:close/>
                </a:path>
                <a:path extrusionOk="0" h="3756659" w="3045459">
                  <a:moveTo>
                    <a:pt x="354702" y="3006484"/>
                  </a:moveTo>
                  <a:lnTo>
                    <a:pt x="348936" y="3006484"/>
                  </a:lnTo>
                  <a:lnTo>
                    <a:pt x="348455" y="2994500"/>
                  </a:lnTo>
                  <a:lnTo>
                    <a:pt x="348006" y="2981572"/>
                  </a:lnTo>
                  <a:lnTo>
                    <a:pt x="347968" y="2980475"/>
                  </a:lnTo>
                  <a:lnTo>
                    <a:pt x="350936" y="2980830"/>
                  </a:lnTo>
                  <a:lnTo>
                    <a:pt x="356421" y="2981282"/>
                  </a:lnTo>
                  <a:lnTo>
                    <a:pt x="356129" y="2988032"/>
                  </a:lnTo>
                  <a:lnTo>
                    <a:pt x="355756" y="2993480"/>
                  </a:lnTo>
                  <a:lnTo>
                    <a:pt x="355687" y="2994500"/>
                  </a:lnTo>
                  <a:lnTo>
                    <a:pt x="354702" y="3006484"/>
                  </a:lnTo>
                  <a:close/>
                </a:path>
                <a:path extrusionOk="0" h="3756659" w="3045459">
                  <a:moveTo>
                    <a:pt x="354614" y="3007549"/>
                  </a:moveTo>
                  <a:lnTo>
                    <a:pt x="349504" y="3006613"/>
                  </a:lnTo>
                  <a:lnTo>
                    <a:pt x="354691" y="3006613"/>
                  </a:lnTo>
                  <a:lnTo>
                    <a:pt x="354614" y="3007549"/>
                  </a:lnTo>
                  <a:close/>
                </a:path>
                <a:path extrusionOk="0" h="3756659" w="3045459">
                  <a:moveTo>
                    <a:pt x="2835270" y="2507049"/>
                  </a:moveTo>
                  <a:lnTo>
                    <a:pt x="2827592" y="2505920"/>
                  </a:lnTo>
                  <a:lnTo>
                    <a:pt x="2819333" y="2505662"/>
                  </a:lnTo>
                  <a:lnTo>
                    <a:pt x="2819236" y="2504564"/>
                  </a:lnTo>
                  <a:lnTo>
                    <a:pt x="2818430" y="2497013"/>
                  </a:lnTo>
                  <a:lnTo>
                    <a:pt x="2819365" y="2489269"/>
                  </a:lnTo>
                  <a:lnTo>
                    <a:pt x="2819720" y="2481589"/>
                  </a:lnTo>
                  <a:lnTo>
                    <a:pt x="2824914" y="2481008"/>
                  </a:lnTo>
                  <a:lnTo>
                    <a:pt x="2827527" y="2480685"/>
                  </a:lnTo>
                  <a:lnTo>
                    <a:pt x="2835270" y="2507049"/>
                  </a:lnTo>
                  <a:close/>
                </a:path>
                <a:path extrusionOk="0" h="3756659" w="3045459">
                  <a:moveTo>
                    <a:pt x="1105782" y="2984541"/>
                  </a:moveTo>
                  <a:lnTo>
                    <a:pt x="1100363" y="2983057"/>
                  </a:lnTo>
                  <a:lnTo>
                    <a:pt x="1101976" y="2953110"/>
                  </a:lnTo>
                  <a:lnTo>
                    <a:pt x="1120784" y="2972924"/>
                  </a:lnTo>
                  <a:lnTo>
                    <a:pt x="1105782" y="2984541"/>
                  </a:lnTo>
                  <a:close/>
                </a:path>
                <a:path extrusionOk="0" h="3756659" w="3045459">
                  <a:moveTo>
                    <a:pt x="2752165" y="3139435"/>
                  </a:moveTo>
                  <a:lnTo>
                    <a:pt x="2746264" y="3139435"/>
                  </a:lnTo>
                  <a:lnTo>
                    <a:pt x="2744261" y="3108520"/>
                  </a:lnTo>
                  <a:lnTo>
                    <a:pt x="2752165" y="3108520"/>
                  </a:lnTo>
                  <a:lnTo>
                    <a:pt x="2752165" y="3139435"/>
                  </a:lnTo>
                  <a:close/>
                </a:path>
                <a:path extrusionOk="0" h="3756659" w="3045459">
                  <a:moveTo>
                    <a:pt x="1058391" y="3534252"/>
                  </a:moveTo>
                  <a:lnTo>
                    <a:pt x="1049476" y="3526887"/>
                  </a:lnTo>
                  <a:lnTo>
                    <a:pt x="1046886" y="3520638"/>
                  </a:lnTo>
                  <a:lnTo>
                    <a:pt x="1049032" y="3515315"/>
                  </a:lnTo>
                  <a:lnTo>
                    <a:pt x="1054326" y="3510727"/>
                  </a:lnTo>
                  <a:lnTo>
                    <a:pt x="1057520" y="3508565"/>
                  </a:lnTo>
                  <a:lnTo>
                    <a:pt x="1062778" y="3509469"/>
                  </a:lnTo>
                  <a:lnTo>
                    <a:pt x="1066934" y="3509469"/>
                  </a:lnTo>
                  <a:lnTo>
                    <a:pt x="1058391" y="3534252"/>
                  </a:lnTo>
                  <a:close/>
                </a:path>
                <a:path extrusionOk="0" h="3756659" w="3045459">
                  <a:moveTo>
                    <a:pt x="1066934" y="3509469"/>
                  </a:moveTo>
                  <a:lnTo>
                    <a:pt x="1062778" y="3509469"/>
                  </a:lnTo>
                  <a:lnTo>
                    <a:pt x="1067101" y="3508985"/>
                  </a:lnTo>
                  <a:lnTo>
                    <a:pt x="1066934" y="3509469"/>
                  </a:lnTo>
                  <a:close/>
                </a:path>
                <a:path extrusionOk="0" h="3756659" w="3045459">
                  <a:moveTo>
                    <a:pt x="164112" y="3640322"/>
                  </a:moveTo>
                  <a:lnTo>
                    <a:pt x="156169" y="3638594"/>
                  </a:lnTo>
                  <a:lnTo>
                    <a:pt x="148066" y="3637103"/>
                  </a:lnTo>
                  <a:lnTo>
                    <a:pt x="141469" y="3632453"/>
                  </a:lnTo>
                  <a:lnTo>
                    <a:pt x="138045" y="3621251"/>
                  </a:lnTo>
                  <a:lnTo>
                    <a:pt x="168007" y="3632453"/>
                  </a:lnTo>
                  <a:lnTo>
                    <a:pt x="165741" y="3637103"/>
                  </a:lnTo>
                  <a:lnTo>
                    <a:pt x="164112" y="3640322"/>
                  </a:lnTo>
                  <a:close/>
                </a:path>
                <a:path extrusionOk="0" h="3756659" w="3045459">
                  <a:moveTo>
                    <a:pt x="302964" y="3679981"/>
                  </a:moveTo>
                  <a:lnTo>
                    <a:pt x="291285" y="3654036"/>
                  </a:lnTo>
                  <a:lnTo>
                    <a:pt x="299125" y="3655198"/>
                  </a:lnTo>
                  <a:lnTo>
                    <a:pt x="306921" y="3655198"/>
                  </a:lnTo>
                  <a:lnTo>
                    <a:pt x="310319" y="3663459"/>
                  </a:lnTo>
                  <a:lnTo>
                    <a:pt x="310610" y="3671204"/>
                  </a:lnTo>
                  <a:lnTo>
                    <a:pt x="311868" y="3678561"/>
                  </a:lnTo>
                  <a:lnTo>
                    <a:pt x="305964" y="3679529"/>
                  </a:lnTo>
                  <a:lnTo>
                    <a:pt x="302964" y="3679981"/>
                  </a:lnTo>
                  <a:close/>
                </a:path>
                <a:path extrusionOk="0" h="3756659" w="3045459">
                  <a:moveTo>
                    <a:pt x="306921" y="3655198"/>
                  </a:moveTo>
                  <a:lnTo>
                    <a:pt x="299125" y="3655198"/>
                  </a:lnTo>
                  <a:lnTo>
                    <a:pt x="306674" y="3654585"/>
                  </a:lnTo>
                  <a:lnTo>
                    <a:pt x="306921" y="3655198"/>
                  </a:lnTo>
                  <a:close/>
                </a:path>
                <a:path extrusionOk="0" h="3756659" w="3045459">
                  <a:moveTo>
                    <a:pt x="1653867" y="2458225"/>
                  </a:moveTo>
                  <a:lnTo>
                    <a:pt x="1647797" y="2450758"/>
                  </a:lnTo>
                  <a:lnTo>
                    <a:pt x="1644334" y="2442918"/>
                  </a:lnTo>
                  <a:lnTo>
                    <a:pt x="1645637" y="2434333"/>
                  </a:lnTo>
                  <a:lnTo>
                    <a:pt x="1653867" y="2424633"/>
                  </a:lnTo>
                  <a:lnTo>
                    <a:pt x="1653867" y="2458225"/>
                  </a:lnTo>
                  <a:close/>
                </a:path>
                <a:path extrusionOk="0" h="3756659" w="3045459">
                  <a:moveTo>
                    <a:pt x="669321" y="3345572"/>
                  </a:moveTo>
                  <a:lnTo>
                    <a:pt x="666902" y="3345120"/>
                  </a:lnTo>
                  <a:lnTo>
                    <a:pt x="664450" y="3344636"/>
                  </a:lnTo>
                  <a:lnTo>
                    <a:pt x="662030" y="3344185"/>
                  </a:lnTo>
                  <a:lnTo>
                    <a:pt x="660546" y="3337085"/>
                  </a:lnTo>
                  <a:lnTo>
                    <a:pt x="659030" y="3329986"/>
                  </a:lnTo>
                  <a:lnTo>
                    <a:pt x="657546" y="3322887"/>
                  </a:lnTo>
                  <a:lnTo>
                    <a:pt x="680419" y="3324952"/>
                  </a:lnTo>
                  <a:lnTo>
                    <a:pt x="680710" y="3327340"/>
                  </a:lnTo>
                  <a:lnTo>
                    <a:pt x="681355" y="3332180"/>
                  </a:lnTo>
                  <a:lnTo>
                    <a:pt x="677354" y="3336666"/>
                  </a:lnTo>
                  <a:lnTo>
                    <a:pt x="669321" y="3345572"/>
                  </a:lnTo>
                  <a:close/>
                </a:path>
                <a:path extrusionOk="0" h="3756659" w="3045459">
                  <a:moveTo>
                    <a:pt x="692646" y="3619314"/>
                  </a:moveTo>
                  <a:lnTo>
                    <a:pt x="686290" y="3612925"/>
                  </a:lnTo>
                  <a:lnTo>
                    <a:pt x="684839" y="3606342"/>
                  </a:lnTo>
                  <a:lnTo>
                    <a:pt x="687429" y="3599493"/>
                  </a:lnTo>
                  <a:lnTo>
                    <a:pt x="693195" y="3592305"/>
                  </a:lnTo>
                  <a:lnTo>
                    <a:pt x="695485" y="3593725"/>
                  </a:lnTo>
                  <a:lnTo>
                    <a:pt x="697421" y="3595112"/>
                  </a:lnTo>
                  <a:lnTo>
                    <a:pt x="699131" y="3596532"/>
                  </a:lnTo>
                  <a:lnTo>
                    <a:pt x="696130" y="3603793"/>
                  </a:lnTo>
                  <a:lnTo>
                    <a:pt x="694001" y="3611441"/>
                  </a:lnTo>
                  <a:lnTo>
                    <a:pt x="692646" y="3619314"/>
                  </a:lnTo>
                  <a:close/>
                </a:path>
                <a:path extrusionOk="0" h="3756659" w="3045459">
                  <a:moveTo>
                    <a:pt x="1145044" y="3478490"/>
                  </a:moveTo>
                  <a:lnTo>
                    <a:pt x="1142818" y="3475392"/>
                  </a:lnTo>
                  <a:lnTo>
                    <a:pt x="1138108" y="3471391"/>
                  </a:lnTo>
                  <a:lnTo>
                    <a:pt x="1141495" y="3461710"/>
                  </a:lnTo>
                  <a:lnTo>
                    <a:pt x="1146012" y="3454804"/>
                  </a:lnTo>
                  <a:lnTo>
                    <a:pt x="1149851" y="3447608"/>
                  </a:lnTo>
                  <a:lnTo>
                    <a:pt x="1152593" y="3451029"/>
                  </a:lnTo>
                  <a:lnTo>
                    <a:pt x="1159949" y="3460064"/>
                  </a:lnTo>
                  <a:lnTo>
                    <a:pt x="1145044" y="3478490"/>
                  </a:lnTo>
                  <a:close/>
                </a:path>
                <a:path extrusionOk="0" h="3756659" w="3045459">
                  <a:moveTo>
                    <a:pt x="2199517" y="2451644"/>
                  </a:moveTo>
                  <a:lnTo>
                    <a:pt x="2192233" y="2451195"/>
                  </a:lnTo>
                  <a:lnTo>
                    <a:pt x="2186606" y="2445645"/>
                  </a:lnTo>
                  <a:lnTo>
                    <a:pt x="2182014" y="2436637"/>
                  </a:lnTo>
                  <a:lnTo>
                    <a:pt x="2193538" y="2429885"/>
                  </a:lnTo>
                  <a:lnTo>
                    <a:pt x="2200435" y="2428626"/>
                  </a:lnTo>
                  <a:lnTo>
                    <a:pt x="2204888" y="2433551"/>
                  </a:lnTo>
                  <a:lnTo>
                    <a:pt x="2209081" y="2445350"/>
                  </a:lnTo>
                  <a:lnTo>
                    <a:pt x="2199517" y="2451644"/>
                  </a:lnTo>
                  <a:close/>
                </a:path>
                <a:path extrusionOk="0" h="3756659" w="3045459">
                  <a:moveTo>
                    <a:pt x="264476" y="1880827"/>
                  </a:moveTo>
                  <a:lnTo>
                    <a:pt x="261379" y="1873728"/>
                  </a:lnTo>
                  <a:lnTo>
                    <a:pt x="257153" y="1866822"/>
                  </a:lnTo>
                  <a:lnTo>
                    <a:pt x="255637" y="1857496"/>
                  </a:lnTo>
                  <a:lnTo>
                    <a:pt x="264767" y="1854044"/>
                  </a:lnTo>
                  <a:lnTo>
                    <a:pt x="269509" y="1851268"/>
                  </a:lnTo>
                  <a:lnTo>
                    <a:pt x="275671" y="1876665"/>
                  </a:lnTo>
                  <a:lnTo>
                    <a:pt x="264476" y="1880827"/>
                  </a:lnTo>
                  <a:close/>
                </a:path>
                <a:path extrusionOk="0" h="3756659" w="3045459">
                  <a:moveTo>
                    <a:pt x="738489" y="2394364"/>
                  </a:moveTo>
                  <a:lnTo>
                    <a:pt x="739079" y="2390395"/>
                  </a:lnTo>
                  <a:lnTo>
                    <a:pt x="739199" y="2389588"/>
                  </a:lnTo>
                  <a:lnTo>
                    <a:pt x="738231" y="2383263"/>
                  </a:lnTo>
                  <a:lnTo>
                    <a:pt x="740941" y="2380391"/>
                  </a:lnTo>
                  <a:lnTo>
                    <a:pt x="748142" y="2375466"/>
                  </a:lnTo>
                  <a:lnTo>
                    <a:pt x="754245" y="2375938"/>
                  </a:lnTo>
                  <a:lnTo>
                    <a:pt x="759592" y="2379847"/>
                  </a:lnTo>
                  <a:lnTo>
                    <a:pt x="764524" y="2385232"/>
                  </a:lnTo>
                  <a:lnTo>
                    <a:pt x="764427" y="2390395"/>
                  </a:lnTo>
                  <a:lnTo>
                    <a:pt x="764363" y="2392944"/>
                  </a:lnTo>
                  <a:lnTo>
                    <a:pt x="738489" y="2394364"/>
                  </a:lnTo>
                  <a:close/>
                </a:path>
                <a:path extrusionOk="0" h="3756659" w="3045459">
                  <a:moveTo>
                    <a:pt x="1750166" y="3586529"/>
                  </a:moveTo>
                  <a:lnTo>
                    <a:pt x="1746940" y="3584173"/>
                  </a:lnTo>
                  <a:lnTo>
                    <a:pt x="1741253" y="3577574"/>
                  </a:lnTo>
                  <a:lnTo>
                    <a:pt x="1741823" y="3571269"/>
                  </a:lnTo>
                  <a:lnTo>
                    <a:pt x="1747081" y="3565018"/>
                  </a:lnTo>
                  <a:lnTo>
                    <a:pt x="1755457" y="3558583"/>
                  </a:lnTo>
                  <a:lnTo>
                    <a:pt x="1761268" y="3584754"/>
                  </a:lnTo>
                  <a:lnTo>
                    <a:pt x="1756425" y="3584754"/>
                  </a:lnTo>
                  <a:lnTo>
                    <a:pt x="1750166" y="3586529"/>
                  </a:lnTo>
                  <a:close/>
                </a:path>
                <a:path extrusionOk="0" h="3756659" w="3045459">
                  <a:moveTo>
                    <a:pt x="1761297" y="3584883"/>
                  </a:moveTo>
                  <a:lnTo>
                    <a:pt x="1756425" y="3584754"/>
                  </a:lnTo>
                  <a:lnTo>
                    <a:pt x="1761268" y="3584754"/>
                  </a:lnTo>
                  <a:lnTo>
                    <a:pt x="1761297" y="3584883"/>
                  </a:lnTo>
                  <a:close/>
                </a:path>
                <a:path extrusionOk="0" h="3756659" w="3045459">
                  <a:moveTo>
                    <a:pt x="818594" y="2921454"/>
                  </a:moveTo>
                  <a:lnTo>
                    <a:pt x="815593" y="2920067"/>
                  </a:lnTo>
                  <a:lnTo>
                    <a:pt x="812561" y="2918711"/>
                  </a:lnTo>
                  <a:lnTo>
                    <a:pt x="809561" y="2917324"/>
                  </a:lnTo>
                  <a:lnTo>
                    <a:pt x="811335" y="2911935"/>
                  </a:lnTo>
                  <a:lnTo>
                    <a:pt x="811787" y="2903222"/>
                  </a:lnTo>
                  <a:lnTo>
                    <a:pt x="822110" y="2898930"/>
                  </a:lnTo>
                  <a:lnTo>
                    <a:pt x="830659" y="2900027"/>
                  </a:lnTo>
                  <a:lnTo>
                    <a:pt x="838065" y="2900027"/>
                  </a:lnTo>
                  <a:lnTo>
                    <a:pt x="818594" y="2921454"/>
                  </a:lnTo>
                  <a:close/>
                </a:path>
                <a:path extrusionOk="0" h="3756659" w="3045459">
                  <a:moveTo>
                    <a:pt x="838065" y="2900027"/>
                  </a:moveTo>
                  <a:lnTo>
                    <a:pt x="830659" y="2900027"/>
                  </a:lnTo>
                  <a:lnTo>
                    <a:pt x="838563" y="2899479"/>
                  </a:lnTo>
                  <a:lnTo>
                    <a:pt x="838065" y="2900027"/>
                  </a:lnTo>
                  <a:close/>
                </a:path>
                <a:path extrusionOk="0" h="3756659" w="3045459">
                  <a:moveTo>
                    <a:pt x="2505500" y="3504983"/>
                  </a:moveTo>
                  <a:lnTo>
                    <a:pt x="2479784" y="3504983"/>
                  </a:lnTo>
                  <a:lnTo>
                    <a:pt x="2480132" y="3494819"/>
                  </a:lnTo>
                  <a:lnTo>
                    <a:pt x="2480139" y="3494593"/>
                  </a:lnTo>
                  <a:lnTo>
                    <a:pt x="2479881" y="3488946"/>
                  </a:lnTo>
                  <a:lnTo>
                    <a:pt x="2506077" y="3494819"/>
                  </a:lnTo>
                  <a:lnTo>
                    <a:pt x="2505500" y="3504983"/>
                  </a:lnTo>
                  <a:close/>
                </a:path>
                <a:path extrusionOk="0" h="3756659" w="3045459">
                  <a:moveTo>
                    <a:pt x="2488882" y="3506145"/>
                  </a:moveTo>
                  <a:lnTo>
                    <a:pt x="2480013" y="3504983"/>
                  </a:lnTo>
                  <a:lnTo>
                    <a:pt x="2507561" y="3504983"/>
                  </a:lnTo>
                  <a:lnTo>
                    <a:pt x="2497238" y="3505306"/>
                  </a:lnTo>
                  <a:lnTo>
                    <a:pt x="2488882" y="3506145"/>
                  </a:lnTo>
                  <a:close/>
                </a:path>
                <a:path extrusionOk="0" h="3756659" w="3045459">
                  <a:moveTo>
                    <a:pt x="2188111" y="2622961"/>
                  </a:moveTo>
                  <a:lnTo>
                    <a:pt x="2172594" y="2622316"/>
                  </a:lnTo>
                  <a:lnTo>
                    <a:pt x="2176052" y="2595564"/>
                  </a:lnTo>
                  <a:lnTo>
                    <a:pt x="2176110" y="2595113"/>
                  </a:lnTo>
                  <a:lnTo>
                    <a:pt x="2186692" y="2595564"/>
                  </a:lnTo>
                  <a:lnTo>
                    <a:pt x="2188078" y="2622316"/>
                  </a:lnTo>
                  <a:lnTo>
                    <a:pt x="2188111" y="2622961"/>
                  </a:lnTo>
                  <a:close/>
                </a:path>
                <a:path extrusionOk="0" h="3756659" w="3045459">
                  <a:moveTo>
                    <a:pt x="914248" y="3226110"/>
                  </a:moveTo>
                  <a:lnTo>
                    <a:pt x="910144" y="3221141"/>
                  </a:lnTo>
                  <a:lnTo>
                    <a:pt x="906001" y="3216200"/>
                  </a:lnTo>
                  <a:lnTo>
                    <a:pt x="902094" y="3211131"/>
                  </a:lnTo>
                  <a:lnTo>
                    <a:pt x="898698" y="3205781"/>
                  </a:lnTo>
                  <a:lnTo>
                    <a:pt x="896601" y="3202005"/>
                  </a:lnTo>
                  <a:lnTo>
                    <a:pt x="898343" y="3196100"/>
                  </a:lnTo>
                  <a:lnTo>
                    <a:pt x="898343" y="3190969"/>
                  </a:lnTo>
                  <a:lnTo>
                    <a:pt x="904505" y="3190969"/>
                  </a:lnTo>
                  <a:lnTo>
                    <a:pt x="908417" y="3197001"/>
                  </a:lnTo>
                  <a:lnTo>
                    <a:pt x="912353" y="3203018"/>
                  </a:lnTo>
                  <a:lnTo>
                    <a:pt x="916083" y="3209125"/>
                  </a:lnTo>
                  <a:lnTo>
                    <a:pt x="919378" y="3215429"/>
                  </a:lnTo>
                  <a:lnTo>
                    <a:pt x="920442" y="3217688"/>
                  </a:lnTo>
                  <a:lnTo>
                    <a:pt x="916119" y="3222464"/>
                  </a:lnTo>
                  <a:lnTo>
                    <a:pt x="914248" y="3226110"/>
                  </a:lnTo>
                  <a:close/>
                </a:path>
                <a:path extrusionOk="0" h="3756659" w="3045459">
                  <a:moveTo>
                    <a:pt x="2333900" y="2676367"/>
                  </a:moveTo>
                  <a:lnTo>
                    <a:pt x="2328802" y="2674657"/>
                  </a:lnTo>
                  <a:lnTo>
                    <a:pt x="2319382" y="2673140"/>
                  </a:lnTo>
                  <a:lnTo>
                    <a:pt x="2319027" y="2663782"/>
                  </a:lnTo>
                  <a:lnTo>
                    <a:pt x="2321673" y="2656231"/>
                  </a:lnTo>
                  <a:lnTo>
                    <a:pt x="2323253" y="2648680"/>
                  </a:lnTo>
                  <a:lnTo>
                    <a:pt x="2335448" y="2650390"/>
                  </a:lnTo>
                  <a:lnTo>
                    <a:pt x="2334205" y="2671236"/>
                  </a:lnTo>
                  <a:lnTo>
                    <a:pt x="2334092" y="2673140"/>
                  </a:lnTo>
                  <a:lnTo>
                    <a:pt x="2334001" y="2674657"/>
                  </a:lnTo>
                  <a:lnTo>
                    <a:pt x="2333900" y="2676367"/>
                  </a:lnTo>
                  <a:close/>
                </a:path>
                <a:path extrusionOk="0" h="3756659" w="3045459">
                  <a:moveTo>
                    <a:pt x="2442007" y="2957435"/>
                  </a:moveTo>
                  <a:lnTo>
                    <a:pt x="2436522" y="2956112"/>
                  </a:lnTo>
                  <a:lnTo>
                    <a:pt x="2426295" y="2954530"/>
                  </a:lnTo>
                  <a:lnTo>
                    <a:pt x="2426328" y="2953562"/>
                  </a:lnTo>
                  <a:lnTo>
                    <a:pt x="2426812" y="2945559"/>
                  </a:lnTo>
                  <a:lnTo>
                    <a:pt x="2429199" y="2937718"/>
                  </a:lnTo>
                  <a:lnTo>
                    <a:pt x="2431006" y="2929812"/>
                  </a:lnTo>
                  <a:lnTo>
                    <a:pt x="2442007" y="2931167"/>
                  </a:lnTo>
                  <a:lnTo>
                    <a:pt x="2442007" y="2957435"/>
                  </a:lnTo>
                  <a:close/>
                </a:path>
                <a:path extrusionOk="0" h="3756659" w="3045459">
                  <a:moveTo>
                    <a:pt x="212407" y="3668106"/>
                  </a:moveTo>
                  <a:lnTo>
                    <a:pt x="200857" y="3641161"/>
                  </a:lnTo>
                  <a:lnTo>
                    <a:pt x="205600" y="3639741"/>
                  </a:lnTo>
                  <a:lnTo>
                    <a:pt x="211471" y="3635836"/>
                  </a:lnTo>
                  <a:lnTo>
                    <a:pt x="214826" y="3637418"/>
                  </a:lnTo>
                  <a:lnTo>
                    <a:pt x="221793" y="3642657"/>
                  </a:lnTo>
                  <a:lnTo>
                    <a:pt x="223380" y="3649349"/>
                  </a:lnTo>
                  <a:lnTo>
                    <a:pt x="220085" y="3657747"/>
                  </a:lnTo>
                  <a:lnTo>
                    <a:pt x="212407" y="3668106"/>
                  </a:lnTo>
                  <a:close/>
                </a:path>
                <a:path extrusionOk="0" h="3756659" w="3045459">
                  <a:moveTo>
                    <a:pt x="1886760" y="3588775"/>
                  </a:moveTo>
                  <a:lnTo>
                    <a:pt x="1880389" y="3586804"/>
                  </a:lnTo>
                  <a:lnTo>
                    <a:pt x="1871888" y="3578913"/>
                  </a:lnTo>
                  <a:lnTo>
                    <a:pt x="1878234" y="3569302"/>
                  </a:lnTo>
                  <a:lnTo>
                    <a:pt x="1885054" y="3564779"/>
                  </a:lnTo>
                  <a:lnTo>
                    <a:pt x="1892534" y="3566016"/>
                  </a:lnTo>
                  <a:lnTo>
                    <a:pt x="1900858" y="3573685"/>
                  </a:lnTo>
                  <a:lnTo>
                    <a:pt x="1892938" y="3584508"/>
                  </a:lnTo>
                  <a:lnTo>
                    <a:pt x="1886760" y="3588775"/>
                  </a:lnTo>
                  <a:close/>
                </a:path>
                <a:path extrusionOk="0" h="3756659" w="3045459">
                  <a:moveTo>
                    <a:pt x="1453428" y="3516213"/>
                  </a:moveTo>
                  <a:lnTo>
                    <a:pt x="1446571" y="3491366"/>
                  </a:lnTo>
                  <a:lnTo>
                    <a:pt x="1452073" y="3491366"/>
                  </a:lnTo>
                  <a:lnTo>
                    <a:pt x="1461623" y="3489720"/>
                  </a:lnTo>
                  <a:lnTo>
                    <a:pt x="1464881" y="3498401"/>
                  </a:lnTo>
                  <a:lnTo>
                    <a:pt x="1464752" y="3506371"/>
                  </a:lnTo>
                  <a:lnTo>
                    <a:pt x="1465591" y="3513922"/>
                  </a:lnTo>
                  <a:lnTo>
                    <a:pt x="1453428" y="3516213"/>
                  </a:lnTo>
                  <a:close/>
                </a:path>
                <a:path extrusionOk="0" h="3756659" w="3045459">
                  <a:moveTo>
                    <a:pt x="325966" y="2293264"/>
                  </a:moveTo>
                  <a:lnTo>
                    <a:pt x="324450" y="2287423"/>
                  </a:lnTo>
                  <a:lnTo>
                    <a:pt x="320449" y="2278613"/>
                  </a:lnTo>
                  <a:lnTo>
                    <a:pt x="324159" y="2275871"/>
                  </a:lnTo>
                  <a:lnTo>
                    <a:pt x="326353" y="2274483"/>
                  </a:lnTo>
                  <a:lnTo>
                    <a:pt x="328644" y="2273224"/>
                  </a:lnTo>
                  <a:lnTo>
                    <a:pt x="329067" y="2278613"/>
                  </a:lnTo>
                  <a:lnTo>
                    <a:pt x="329095" y="2278968"/>
                  </a:lnTo>
                  <a:lnTo>
                    <a:pt x="329999" y="2284551"/>
                  </a:lnTo>
                  <a:lnTo>
                    <a:pt x="331354" y="2290037"/>
                  </a:lnTo>
                  <a:lnTo>
                    <a:pt x="329676" y="2291037"/>
                  </a:lnTo>
                  <a:lnTo>
                    <a:pt x="327902" y="2292134"/>
                  </a:lnTo>
                  <a:lnTo>
                    <a:pt x="325966" y="2293264"/>
                  </a:lnTo>
                  <a:close/>
                </a:path>
                <a:path extrusionOk="0" h="3756659" w="3045459">
                  <a:moveTo>
                    <a:pt x="2809549" y="2864990"/>
                  </a:moveTo>
                  <a:lnTo>
                    <a:pt x="2801263" y="2864571"/>
                  </a:lnTo>
                  <a:lnTo>
                    <a:pt x="2796890" y="2860486"/>
                  </a:lnTo>
                  <a:lnTo>
                    <a:pt x="2796524" y="2852075"/>
                  </a:lnTo>
                  <a:lnTo>
                    <a:pt x="2797460" y="2845814"/>
                  </a:lnTo>
                  <a:lnTo>
                    <a:pt x="2801557" y="2840006"/>
                  </a:lnTo>
                  <a:lnTo>
                    <a:pt x="2804202" y="2834004"/>
                  </a:lnTo>
                  <a:lnTo>
                    <a:pt x="2821656" y="2862401"/>
                  </a:lnTo>
                  <a:lnTo>
                    <a:pt x="2809549" y="2864990"/>
                  </a:lnTo>
                  <a:close/>
                </a:path>
                <a:path extrusionOk="0" h="3756659" w="3045459">
                  <a:moveTo>
                    <a:pt x="2120040" y="2701699"/>
                  </a:moveTo>
                  <a:lnTo>
                    <a:pt x="2119295" y="2701699"/>
                  </a:lnTo>
                  <a:lnTo>
                    <a:pt x="2118169" y="2691437"/>
                  </a:lnTo>
                  <a:lnTo>
                    <a:pt x="2117201" y="2685951"/>
                  </a:lnTo>
                  <a:lnTo>
                    <a:pt x="2145591" y="2685951"/>
                  </a:lnTo>
                  <a:lnTo>
                    <a:pt x="2146946" y="2697956"/>
                  </a:lnTo>
                  <a:lnTo>
                    <a:pt x="2133505" y="2700251"/>
                  </a:lnTo>
                  <a:lnTo>
                    <a:pt x="2126780" y="2701173"/>
                  </a:lnTo>
                  <a:lnTo>
                    <a:pt x="2120040" y="2701699"/>
                  </a:lnTo>
                  <a:close/>
                </a:path>
                <a:path extrusionOk="0" h="3756659" w="3045459">
                  <a:moveTo>
                    <a:pt x="223400" y="2379004"/>
                  </a:moveTo>
                  <a:lnTo>
                    <a:pt x="218601" y="2379004"/>
                  </a:lnTo>
                  <a:lnTo>
                    <a:pt x="223569" y="2377939"/>
                  </a:lnTo>
                  <a:lnTo>
                    <a:pt x="223477" y="2378520"/>
                  </a:lnTo>
                  <a:lnTo>
                    <a:pt x="223400" y="2379004"/>
                  </a:lnTo>
                  <a:close/>
                </a:path>
                <a:path extrusionOk="0" h="3756659" w="3045459">
                  <a:moveTo>
                    <a:pt x="203600" y="2411306"/>
                  </a:moveTo>
                  <a:lnTo>
                    <a:pt x="200115" y="2406175"/>
                  </a:lnTo>
                  <a:lnTo>
                    <a:pt x="202122" y="2399845"/>
                  </a:lnTo>
                  <a:lnTo>
                    <a:pt x="204071" y="2393485"/>
                  </a:lnTo>
                  <a:lnTo>
                    <a:pt x="206317" y="2387306"/>
                  </a:lnTo>
                  <a:lnTo>
                    <a:pt x="209213" y="2381521"/>
                  </a:lnTo>
                  <a:lnTo>
                    <a:pt x="210987" y="2378520"/>
                  </a:lnTo>
                  <a:lnTo>
                    <a:pt x="218601" y="2379004"/>
                  </a:lnTo>
                  <a:lnTo>
                    <a:pt x="223400" y="2379004"/>
                  </a:lnTo>
                  <a:lnTo>
                    <a:pt x="222469" y="2384858"/>
                  </a:lnTo>
                  <a:lnTo>
                    <a:pt x="221424" y="2391807"/>
                  </a:lnTo>
                  <a:lnTo>
                    <a:pt x="220040" y="2398623"/>
                  </a:lnTo>
                  <a:lnTo>
                    <a:pt x="217924" y="2405142"/>
                  </a:lnTo>
                  <a:lnTo>
                    <a:pt x="216504" y="2408563"/>
                  </a:lnTo>
                  <a:lnTo>
                    <a:pt x="208568" y="2409337"/>
                  </a:lnTo>
                  <a:lnTo>
                    <a:pt x="203600" y="2411306"/>
                  </a:lnTo>
                  <a:close/>
                </a:path>
                <a:path extrusionOk="0" h="3756659" w="3045459">
                  <a:moveTo>
                    <a:pt x="2960927" y="2950497"/>
                  </a:moveTo>
                  <a:lnTo>
                    <a:pt x="2952055" y="2937024"/>
                  </a:lnTo>
                  <a:lnTo>
                    <a:pt x="2947834" y="2930194"/>
                  </a:lnTo>
                  <a:lnTo>
                    <a:pt x="2944055" y="2923164"/>
                  </a:lnTo>
                  <a:lnTo>
                    <a:pt x="2942990" y="2921035"/>
                  </a:lnTo>
                  <a:lnTo>
                    <a:pt x="2947990" y="2915936"/>
                  </a:lnTo>
                  <a:lnTo>
                    <a:pt x="2950249" y="2912193"/>
                  </a:lnTo>
                  <a:lnTo>
                    <a:pt x="2952346" y="2911999"/>
                  </a:lnTo>
                  <a:lnTo>
                    <a:pt x="2954443" y="2911773"/>
                  </a:lnTo>
                  <a:lnTo>
                    <a:pt x="2956540" y="2911580"/>
                  </a:lnTo>
                  <a:lnTo>
                    <a:pt x="2962395" y="2926246"/>
                  </a:lnTo>
                  <a:lnTo>
                    <a:pt x="2965141" y="2933625"/>
                  </a:lnTo>
                  <a:lnTo>
                    <a:pt x="2967476" y="2941106"/>
                  </a:lnTo>
                  <a:lnTo>
                    <a:pt x="2968121" y="2943462"/>
                  </a:lnTo>
                  <a:lnTo>
                    <a:pt x="2963218" y="2947334"/>
                  </a:lnTo>
                  <a:lnTo>
                    <a:pt x="2960927" y="2950497"/>
                  </a:lnTo>
                  <a:close/>
                </a:path>
                <a:path extrusionOk="0" h="3756659" w="3045459">
                  <a:moveTo>
                    <a:pt x="827381" y="2994791"/>
                  </a:moveTo>
                  <a:lnTo>
                    <a:pt x="821851" y="2991006"/>
                  </a:lnTo>
                  <a:lnTo>
                    <a:pt x="815948" y="2982347"/>
                  </a:lnTo>
                  <a:lnTo>
                    <a:pt x="823627" y="2976920"/>
                  </a:lnTo>
                  <a:lnTo>
                    <a:pt x="831676" y="2970907"/>
                  </a:lnTo>
                  <a:lnTo>
                    <a:pt x="838804" y="2966491"/>
                  </a:lnTo>
                  <a:lnTo>
                    <a:pt x="843725" y="2965857"/>
                  </a:lnTo>
                  <a:lnTo>
                    <a:pt x="849116" y="2971715"/>
                  </a:lnTo>
                  <a:lnTo>
                    <a:pt x="847292" y="2976920"/>
                  </a:lnTo>
                  <a:lnTo>
                    <a:pt x="847197" y="2977192"/>
                  </a:lnTo>
                  <a:lnTo>
                    <a:pt x="842061" y="2982347"/>
                  </a:lnTo>
                  <a:lnTo>
                    <a:pt x="837434" y="2987607"/>
                  </a:lnTo>
                  <a:lnTo>
                    <a:pt x="832566" y="2993669"/>
                  </a:lnTo>
                  <a:lnTo>
                    <a:pt x="827381" y="2994791"/>
                  </a:lnTo>
                  <a:close/>
                </a:path>
                <a:path extrusionOk="0" h="3756659" w="3045459">
                  <a:moveTo>
                    <a:pt x="1817897" y="2346036"/>
                  </a:moveTo>
                  <a:lnTo>
                    <a:pt x="1810721" y="2339732"/>
                  </a:lnTo>
                  <a:lnTo>
                    <a:pt x="1808043" y="2335859"/>
                  </a:lnTo>
                  <a:lnTo>
                    <a:pt x="1811334" y="2327889"/>
                  </a:lnTo>
                  <a:lnTo>
                    <a:pt x="1811914" y="2321790"/>
                  </a:lnTo>
                  <a:lnTo>
                    <a:pt x="1838207" y="2330503"/>
                  </a:lnTo>
                  <a:lnTo>
                    <a:pt x="1837110" y="2334762"/>
                  </a:lnTo>
                  <a:lnTo>
                    <a:pt x="1836529" y="2336892"/>
                  </a:lnTo>
                  <a:lnTo>
                    <a:pt x="1830424" y="2340880"/>
                  </a:lnTo>
                  <a:lnTo>
                    <a:pt x="1824339" y="2345173"/>
                  </a:lnTo>
                  <a:lnTo>
                    <a:pt x="1817897" y="2346036"/>
                  </a:lnTo>
                  <a:close/>
                </a:path>
                <a:path extrusionOk="0" h="3756659" w="3045459">
                  <a:moveTo>
                    <a:pt x="861566" y="3337118"/>
                  </a:moveTo>
                  <a:lnTo>
                    <a:pt x="844467" y="3322790"/>
                  </a:lnTo>
                  <a:lnTo>
                    <a:pt x="850242" y="3319692"/>
                  </a:lnTo>
                  <a:lnTo>
                    <a:pt x="855984" y="3314271"/>
                  </a:lnTo>
                  <a:lnTo>
                    <a:pt x="867566" y="3314013"/>
                  </a:lnTo>
                  <a:lnTo>
                    <a:pt x="873405" y="3319208"/>
                  </a:lnTo>
                  <a:lnTo>
                    <a:pt x="879212" y="3322080"/>
                  </a:lnTo>
                  <a:lnTo>
                    <a:pt x="861566" y="3337118"/>
                  </a:lnTo>
                  <a:close/>
                </a:path>
                <a:path extrusionOk="0" h="3756659" w="3045459">
                  <a:moveTo>
                    <a:pt x="2570567" y="2528541"/>
                  </a:moveTo>
                  <a:lnTo>
                    <a:pt x="2556921" y="2497175"/>
                  </a:lnTo>
                  <a:lnTo>
                    <a:pt x="2561857" y="2493270"/>
                  </a:lnTo>
                  <a:lnTo>
                    <a:pt x="2566567" y="2487139"/>
                  </a:lnTo>
                  <a:lnTo>
                    <a:pt x="2571180" y="2494045"/>
                  </a:lnTo>
                  <a:lnTo>
                    <a:pt x="2575310" y="2497885"/>
                  </a:lnTo>
                  <a:lnTo>
                    <a:pt x="2578600" y="2510567"/>
                  </a:lnTo>
                  <a:lnTo>
                    <a:pt x="2578858" y="2519118"/>
                  </a:lnTo>
                  <a:lnTo>
                    <a:pt x="2579861" y="2526992"/>
                  </a:lnTo>
                  <a:lnTo>
                    <a:pt x="2579907" y="2527347"/>
                  </a:lnTo>
                  <a:lnTo>
                    <a:pt x="2576374" y="2527347"/>
                  </a:lnTo>
                  <a:lnTo>
                    <a:pt x="2570567" y="2528541"/>
                  </a:lnTo>
                  <a:close/>
                </a:path>
                <a:path extrusionOk="0" h="3756659" w="3045459">
                  <a:moveTo>
                    <a:pt x="2579923" y="2527476"/>
                  </a:moveTo>
                  <a:lnTo>
                    <a:pt x="2576374" y="2527347"/>
                  </a:lnTo>
                  <a:lnTo>
                    <a:pt x="2579907" y="2527347"/>
                  </a:lnTo>
                  <a:lnTo>
                    <a:pt x="2579923" y="2527476"/>
                  </a:lnTo>
                  <a:close/>
                </a:path>
                <a:path extrusionOk="0" h="3756659" w="3045459">
                  <a:moveTo>
                    <a:pt x="2592953" y="2355763"/>
                  </a:moveTo>
                  <a:lnTo>
                    <a:pt x="2580826" y="2353027"/>
                  </a:lnTo>
                  <a:lnTo>
                    <a:pt x="2583041" y="2345945"/>
                  </a:lnTo>
                  <a:lnTo>
                    <a:pt x="2585117" y="2339207"/>
                  </a:lnTo>
                  <a:lnTo>
                    <a:pt x="2587314" y="2332797"/>
                  </a:lnTo>
                  <a:lnTo>
                    <a:pt x="2589892" y="2326695"/>
                  </a:lnTo>
                  <a:lnTo>
                    <a:pt x="2591214" y="2323888"/>
                  </a:lnTo>
                  <a:lnTo>
                    <a:pt x="2597247" y="2321048"/>
                  </a:lnTo>
                  <a:lnTo>
                    <a:pt x="2602893" y="2322629"/>
                  </a:lnTo>
                  <a:lnTo>
                    <a:pt x="2606054" y="2328083"/>
                  </a:lnTo>
                  <a:lnTo>
                    <a:pt x="2605980" y="2332797"/>
                  </a:lnTo>
                  <a:lnTo>
                    <a:pt x="2604939" y="2345430"/>
                  </a:lnTo>
                  <a:lnTo>
                    <a:pt x="2600776" y="2353374"/>
                  </a:lnTo>
                  <a:lnTo>
                    <a:pt x="2592953" y="2355763"/>
                  </a:lnTo>
                  <a:close/>
                </a:path>
                <a:path extrusionOk="0" h="3756659" w="3045459">
                  <a:moveTo>
                    <a:pt x="77329" y="1955176"/>
                  </a:moveTo>
                  <a:lnTo>
                    <a:pt x="73490" y="1951982"/>
                  </a:lnTo>
                  <a:lnTo>
                    <a:pt x="65844" y="1947625"/>
                  </a:lnTo>
                  <a:lnTo>
                    <a:pt x="66425" y="1945786"/>
                  </a:lnTo>
                  <a:lnTo>
                    <a:pt x="69162" y="1938089"/>
                  </a:lnTo>
                  <a:lnTo>
                    <a:pt x="72619" y="1930046"/>
                  </a:lnTo>
                  <a:lnTo>
                    <a:pt x="81620" y="1910580"/>
                  </a:lnTo>
                  <a:lnTo>
                    <a:pt x="87330" y="1920067"/>
                  </a:lnTo>
                  <a:lnTo>
                    <a:pt x="92234" y="1924746"/>
                  </a:lnTo>
                  <a:lnTo>
                    <a:pt x="91299" y="1927231"/>
                  </a:lnTo>
                  <a:lnTo>
                    <a:pt x="88254" y="1934393"/>
                  </a:lnTo>
                  <a:lnTo>
                    <a:pt x="84750" y="1941373"/>
                  </a:lnTo>
                  <a:lnTo>
                    <a:pt x="81027" y="1948269"/>
                  </a:lnTo>
                  <a:lnTo>
                    <a:pt x="77329" y="1955176"/>
                  </a:lnTo>
                  <a:close/>
                </a:path>
                <a:path extrusionOk="0" h="3756659" w="3045459">
                  <a:moveTo>
                    <a:pt x="1248119" y="3258186"/>
                  </a:moveTo>
                  <a:lnTo>
                    <a:pt x="1228601" y="3249441"/>
                  </a:lnTo>
                  <a:lnTo>
                    <a:pt x="1231562" y="3242704"/>
                  </a:lnTo>
                  <a:lnTo>
                    <a:pt x="1234335" y="3236296"/>
                  </a:lnTo>
                  <a:lnTo>
                    <a:pt x="1237193" y="3230232"/>
                  </a:lnTo>
                  <a:lnTo>
                    <a:pt x="1240408" y="3224529"/>
                  </a:lnTo>
                  <a:lnTo>
                    <a:pt x="1242408" y="3221367"/>
                  </a:lnTo>
                  <a:lnTo>
                    <a:pt x="1247828" y="3220431"/>
                  </a:lnTo>
                  <a:lnTo>
                    <a:pt x="1251700" y="3218463"/>
                  </a:lnTo>
                  <a:lnTo>
                    <a:pt x="1253377" y="3222432"/>
                  </a:lnTo>
                  <a:lnTo>
                    <a:pt x="1256958" y="3226691"/>
                  </a:lnTo>
                  <a:lnTo>
                    <a:pt x="1256384" y="3230232"/>
                  </a:lnTo>
                  <a:lnTo>
                    <a:pt x="1255057" y="3236296"/>
                  </a:lnTo>
                  <a:lnTo>
                    <a:pt x="1254974" y="3236677"/>
                  </a:lnTo>
                  <a:lnTo>
                    <a:pt x="1253010" y="3243262"/>
                  </a:lnTo>
                  <a:lnTo>
                    <a:pt x="1250666" y="3250331"/>
                  </a:lnTo>
                  <a:lnTo>
                    <a:pt x="1248119" y="3258186"/>
                  </a:lnTo>
                  <a:close/>
                </a:path>
                <a:path extrusionOk="0" h="3756659" w="3045459">
                  <a:moveTo>
                    <a:pt x="1167562" y="2941042"/>
                  </a:moveTo>
                  <a:lnTo>
                    <a:pt x="1158747" y="2939589"/>
                  </a:lnTo>
                  <a:lnTo>
                    <a:pt x="1152904" y="2936609"/>
                  </a:lnTo>
                  <a:lnTo>
                    <a:pt x="1150672" y="2931335"/>
                  </a:lnTo>
                  <a:lnTo>
                    <a:pt x="1152690" y="2923003"/>
                  </a:lnTo>
                  <a:lnTo>
                    <a:pt x="1155174" y="2917195"/>
                  </a:lnTo>
                  <a:lnTo>
                    <a:pt x="1155819" y="2910579"/>
                  </a:lnTo>
                  <a:lnTo>
                    <a:pt x="1158626" y="2904964"/>
                  </a:lnTo>
                  <a:lnTo>
                    <a:pt x="1160271" y="2901737"/>
                  </a:lnTo>
                  <a:lnTo>
                    <a:pt x="1164498" y="2899801"/>
                  </a:lnTo>
                  <a:lnTo>
                    <a:pt x="1167530" y="2897284"/>
                  </a:lnTo>
                  <a:lnTo>
                    <a:pt x="1169434" y="2900737"/>
                  </a:lnTo>
                  <a:lnTo>
                    <a:pt x="1173111" y="2904384"/>
                  </a:lnTo>
                  <a:lnTo>
                    <a:pt x="1172853" y="2907675"/>
                  </a:lnTo>
                  <a:lnTo>
                    <a:pt x="1171936" y="2915666"/>
                  </a:lnTo>
                  <a:lnTo>
                    <a:pt x="1170767" y="2923003"/>
                  </a:lnTo>
                  <a:lnTo>
                    <a:pt x="1170643" y="2923778"/>
                  </a:lnTo>
                  <a:lnTo>
                    <a:pt x="1167562" y="2941042"/>
                  </a:lnTo>
                  <a:close/>
                </a:path>
                <a:path extrusionOk="0" h="3756659" w="3045459">
                  <a:moveTo>
                    <a:pt x="856726" y="2279969"/>
                  </a:moveTo>
                  <a:lnTo>
                    <a:pt x="851016" y="2278872"/>
                  </a:lnTo>
                  <a:lnTo>
                    <a:pt x="844112" y="2277355"/>
                  </a:lnTo>
                  <a:lnTo>
                    <a:pt x="834595" y="2274935"/>
                  </a:lnTo>
                  <a:lnTo>
                    <a:pt x="830369" y="2271675"/>
                  </a:lnTo>
                  <a:lnTo>
                    <a:pt x="825240" y="2269029"/>
                  </a:lnTo>
                  <a:lnTo>
                    <a:pt x="827401" y="2260026"/>
                  </a:lnTo>
                  <a:lnTo>
                    <a:pt x="830982" y="2256251"/>
                  </a:lnTo>
                  <a:lnTo>
                    <a:pt x="835208" y="2255896"/>
                  </a:lnTo>
                  <a:lnTo>
                    <a:pt x="841187" y="2261386"/>
                  </a:lnTo>
                  <a:lnTo>
                    <a:pt x="847544" y="2266420"/>
                  </a:lnTo>
                  <a:lnTo>
                    <a:pt x="854258" y="2270975"/>
                  </a:lnTo>
                  <a:lnTo>
                    <a:pt x="861139" y="2274935"/>
                  </a:lnTo>
                  <a:lnTo>
                    <a:pt x="861399" y="2274935"/>
                  </a:lnTo>
                  <a:lnTo>
                    <a:pt x="858210" y="2278291"/>
                  </a:lnTo>
                  <a:lnTo>
                    <a:pt x="856726" y="2279969"/>
                  </a:lnTo>
                  <a:close/>
                </a:path>
                <a:path extrusionOk="0" h="3756659" w="3045459">
                  <a:moveTo>
                    <a:pt x="1800784" y="3407981"/>
                  </a:moveTo>
                  <a:lnTo>
                    <a:pt x="1822496" y="3370613"/>
                  </a:lnTo>
                  <a:lnTo>
                    <a:pt x="1823722" y="3370742"/>
                  </a:lnTo>
                  <a:lnTo>
                    <a:pt x="1825109" y="3371517"/>
                  </a:lnTo>
                  <a:lnTo>
                    <a:pt x="1826367" y="3372549"/>
                  </a:lnTo>
                  <a:lnTo>
                    <a:pt x="1827400" y="3375938"/>
                  </a:lnTo>
                  <a:lnTo>
                    <a:pt x="1828658" y="3379229"/>
                  </a:lnTo>
                  <a:lnTo>
                    <a:pt x="1829994" y="3382170"/>
                  </a:lnTo>
                  <a:lnTo>
                    <a:pt x="1830110" y="3382424"/>
                  </a:lnTo>
                  <a:lnTo>
                    <a:pt x="1829658" y="3384425"/>
                  </a:lnTo>
                  <a:lnTo>
                    <a:pt x="1828787" y="3386361"/>
                  </a:lnTo>
                  <a:lnTo>
                    <a:pt x="1827625" y="3387393"/>
                  </a:lnTo>
                  <a:lnTo>
                    <a:pt x="1821431" y="3392494"/>
                  </a:lnTo>
                  <a:lnTo>
                    <a:pt x="1814919" y="3397482"/>
                  </a:lnTo>
                  <a:lnTo>
                    <a:pt x="1800784" y="3407981"/>
                  </a:lnTo>
                  <a:close/>
                </a:path>
                <a:path extrusionOk="0" h="3756659" w="3045459">
                  <a:moveTo>
                    <a:pt x="2704645" y="2626220"/>
                  </a:moveTo>
                  <a:lnTo>
                    <a:pt x="2686546" y="2619573"/>
                  </a:lnTo>
                  <a:lnTo>
                    <a:pt x="2687747" y="2612703"/>
                  </a:lnTo>
                  <a:lnTo>
                    <a:pt x="2688800" y="2606193"/>
                  </a:lnTo>
                  <a:lnTo>
                    <a:pt x="2690089" y="2600065"/>
                  </a:lnTo>
                  <a:lnTo>
                    <a:pt x="2691998" y="2594338"/>
                  </a:lnTo>
                  <a:lnTo>
                    <a:pt x="2693934" y="2589820"/>
                  </a:lnTo>
                  <a:lnTo>
                    <a:pt x="2699967" y="2587045"/>
                  </a:lnTo>
                  <a:lnTo>
                    <a:pt x="2704128" y="2583496"/>
                  </a:lnTo>
                  <a:lnTo>
                    <a:pt x="2706193" y="2587949"/>
                  </a:lnTo>
                  <a:lnTo>
                    <a:pt x="2710064" y="2592531"/>
                  </a:lnTo>
                  <a:lnTo>
                    <a:pt x="2709985" y="2594338"/>
                  </a:lnTo>
                  <a:lnTo>
                    <a:pt x="2709871" y="2596920"/>
                  </a:lnTo>
                  <a:lnTo>
                    <a:pt x="2709227" y="2603495"/>
                  </a:lnTo>
                  <a:lnTo>
                    <a:pt x="2707984" y="2610360"/>
                  </a:lnTo>
                  <a:lnTo>
                    <a:pt x="2706378" y="2617830"/>
                  </a:lnTo>
                  <a:lnTo>
                    <a:pt x="2704645" y="2626220"/>
                  </a:lnTo>
                  <a:close/>
                </a:path>
                <a:path extrusionOk="0" h="3756659" w="3045459">
                  <a:moveTo>
                    <a:pt x="11291" y="1264125"/>
                  </a:moveTo>
                  <a:lnTo>
                    <a:pt x="7484" y="1260123"/>
                  </a:lnTo>
                  <a:lnTo>
                    <a:pt x="0" y="1255412"/>
                  </a:lnTo>
                  <a:lnTo>
                    <a:pt x="580" y="1252217"/>
                  </a:lnTo>
                  <a:lnTo>
                    <a:pt x="2486" y="1244593"/>
                  </a:lnTo>
                  <a:lnTo>
                    <a:pt x="5133" y="1237107"/>
                  </a:lnTo>
                  <a:lnTo>
                    <a:pt x="8125" y="1229682"/>
                  </a:lnTo>
                  <a:lnTo>
                    <a:pt x="11065" y="1222239"/>
                  </a:lnTo>
                  <a:lnTo>
                    <a:pt x="13194" y="1221529"/>
                  </a:lnTo>
                  <a:lnTo>
                    <a:pt x="17388" y="1220013"/>
                  </a:lnTo>
                  <a:lnTo>
                    <a:pt x="19614" y="1223401"/>
                  </a:lnTo>
                  <a:lnTo>
                    <a:pt x="23453" y="1227273"/>
                  </a:lnTo>
                  <a:lnTo>
                    <a:pt x="25389" y="1230565"/>
                  </a:lnTo>
                  <a:lnTo>
                    <a:pt x="23970" y="1235115"/>
                  </a:lnTo>
                  <a:lnTo>
                    <a:pt x="22969" y="1239858"/>
                  </a:lnTo>
                  <a:lnTo>
                    <a:pt x="22334" y="1244593"/>
                  </a:lnTo>
                  <a:lnTo>
                    <a:pt x="18969" y="1251249"/>
                  </a:lnTo>
                  <a:lnTo>
                    <a:pt x="14840" y="1257606"/>
                  </a:lnTo>
                  <a:lnTo>
                    <a:pt x="11291" y="1264125"/>
                  </a:lnTo>
                  <a:close/>
                </a:path>
                <a:path extrusionOk="0" h="3756659" w="3045459">
                  <a:moveTo>
                    <a:pt x="727230" y="3428795"/>
                  </a:moveTo>
                  <a:lnTo>
                    <a:pt x="724806" y="3423195"/>
                  </a:lnTo>
                  <a:lnTo>
                    <a:pt x="725036" y="3418384"/>
                  </a:lnTo>
                  <a:lnTo>
                    <a:pt x="727711" y="3413689"/>
                  </a:lnTo>
                  <a:lnTo>
                    <a:pt x="732618" y="3408433"/>
                  </a:lnTo>
                  <a:lnTo>
                    <a:pt x="735973" y="3411886"/>
                  </a:lnTo>
                  <a:lnTo>
                    <a:pt x="741554" y="3417856"/>
                  </a:lnTo>
                  <a:lnTo>
                    <a:pt x="736457" y="3421115"/>
                  </a:lnTo>
                  <a:lnTo>
                    <a:pt x="731714" y="3424761"/>
                  </a:lnTo>
                  <a:lnTo>
                    <a:pt x="727230" y="3428795"/>
                  </a:lnTo>
                  <a:close/>
                </a:path>
                <a:path extrusionOk="0" h="3756659" w="3045459">
                  <a:moveTo>
                    <a:pt x="2090844" y="2973118"/>
                  </a:moveTo>
                  <a:lnTo>
                    <a:pt x="2089360" y="2968503"/>
                  </a:lnTo>
                  <a:lnTo>
                    <a:pt x="2085876" y="2963404"/>
                  </a:lnTo>
                  <a:lnTo>
                    <a:pt x="2086812" y="2959337"/>
                  </a:lnTo>
                  <a:lnTo>
                    <a:pt x="2088725" y="2952679"/>
                  </a:lnTo>
                  <a:lnTo>
                    <a:pt x="2088788" y="2952460"/>
                  </a:lnTo>
                  <a:lnTo>
                    <a:pt x="2091319" y="2945664"/>
                  </a:lnTo>
                  <a:lnTo>
                    <a:pt x="2094447" y="2938001"/>
                  </a:lnTo>
                  <a:lnTo>
                    <a:pt x="2097748" y="2929780"/>
                  </a:lnTo>
                  <a:lnTo>
                    <a:pt x="2115201" y="2938331"/>
                  </a:lnTo>
                  <a:lnTo>
                    <a:pt x="2112360" y="2945455"/>
                  </a:lnTo>
                  <a:lnTo>
                    <a:pt x="2109625" y="2952460"/>
                  </a:lnTo>
                  <a:lnTo>
                    <a:pt x="2106681" y="2959337"/>
                  </a:lnTo>
                  <a:lnTo>
                    <a:pt x="2103394" y="2965599"/>
                  </a:lnTo>
                  <a:lnTo>
                    <a:pt x="2101200" y="2969278"/>
                  </a:lnTo>
                  <a:lnTo>
                    <a:pt x="2095167" y="2970665"/>
                  </a:lnTo>
                  <a:lnTo>
                    <a:pt x="2090844" y="2973118"/>
                  </a:lnTo>
                  <a:close/>
                </a:path>
                <a:path extrusionOk="0" h="3756659" w="3045459">
                  <a:moveTo>
                    <a:pt x="66323" y="1617411"/>
                  </a:moveTo>
                  <a:lnTo>
                    <a:pt x="59908" y="1617411"/>
                  </a:lnTo>
                  <a:lnTo>
                    <a:pt x="50198" y="1616766"/>
                  </a:lnTo>
                  <a:lnTo>
                    <a:pt x="45810" y="1616379"/>
                  </a:lnTo>
                  <a:lnTo>
                    <a:pt x="40261" y="1615798"/>
                  </a:lnTo>
                  <a:lnTo>
                    <a:pt x="38681" y="1606440"/>
                  </a:lnTo>
                  <a:lnTo>
                    <a:pt x="44133" y="1604471"/>
                  </a:lnTo>
                  <a:lnTo>
                    <a:pt x="49327" y="1602729"/>
                  </a:lnTo>
                  <a:lnTo>
                    <a:pt x="80652" y="1592854"/>
                  </a:lnTo>
                  <a:lnTo>
                    <a:pt x="78071" y="1605310"/>
                  </a:lnTo>
                  <a:lnTo>
                    <a:pt x="77411" y="1615798"/>
                  </a:lnTo>
                  <a:lnTo>
                    <a:pt x="77362" y="1616572"/>
                  </a:lnTo>
                  <a:lnTo>
                    <a:pt x="73781" y="1617024"/>
                  </a:lnTo>
                  <a:lnTo>
                    <a:pt x="72670" y="1617024"/>
                  </a:lnTo>
                  <a:lnTo>
                    <a:pt x="66323" y="1617411"/>
                  </a:lnTo>
                  <a:close/>
                </a:path>
                <a:path extrusionOk="0" h="3756659" w="3045459">
                  <a:moveTo>
                    <a:pt x="498724" y="2898285"/>
                  </a:moveTo>
                  <a:lnTo>
                    <a:pt x="476392" y="2889858"/>
                  </a:lnTo>
                  <a:lnTo>
                    <a:pt x="465600" y="2883872"/>
                  </a:lnTo>
                  <a:lnTo>
                    <a:pt x="463338" y="2877469"/>
                  </a:lnTo>
                  <a:lnTo>
                    <a:pt x="466592" y="2867790"/>
                  </a:lnTo>
                  <a:lnTo>
                    <a:pt x="504499" y="2880117"/>
                  </a:lnTo>
                  <a:lnTo>
                    <a:pt x="502531" y="2886248"/>
                  </a:lnTo>
                  <a:lnTo>
                    <a:pt x="500821" y="2891702"/>
                  </a:lnTo>
                  <a:lnTo>
                    <a:pt x="498724" y="2898285"/>
                  </a:lnTo>
                  <a:close/>
                </a:path>
                <a:path extrusionOk="0" h="3756659" w="3045459">
                  <a:moveTo>
                    <a:pt x="1177104" y="3751232"/>
                  </a:moveTo>
                  <a:lnTo>
                    <a:pt x="1176821" y="3751232"/>
                  </a:lnTo>
                  <a:lnTo>
                    <a:pt x="1169020" y="3742704"/>
                  </a:lnTo>
                  <a:lnTo>
                    <a:pt x="1169209" y="3736424"/>
                  </a:lnTo>
                  <a:lnTo>
                    <a:pt x="1169240" y="3735408"/>
                  </a:lnTo>
                  <a:lnTo>
                    <a:pt x="1179670" y="3725842"/>
                  </a:lnTo>
                  <a:lnTo>
                    <a:pt x="1202501" y="3710508"/>
                  </a:lnTo>
                  <a:lnTo>
                    <a:pt x="1208338" y="3719054"/>
                  </a:lnTo>
                  <a:lnTo>
                    <a:pt x="1207402" y="3725842"/>
                  </a:lnTo>
                  <a:lnTo>
                    <a:pt x="1207284" y="3726695"/>
                  </a:lnTo>
                  <a:lnTo>
                    <a:pt x="1197484" y="3736424"/>
                  </a:lnTo>
                  <a:lnTo>
                    <a:pt x="1177104" y="3751232"/>
                  </a:lnTo>
                  <a:close/>
                </a:path>
                <a:path extrusionOk="0" h="3756659" w="3045459">
                  <a:moveTo>
                    <a:pt x="2220179" y="3142662"/>
                  </a:moveTo>
                  <a:lnTo>
                    <a:pt x="2205745" y="3130973"/>
                  </a:lnTo>
                  <a:lnTo>
                    <a:pt x="2199750" y="3120674"/>
                  </a:lnTo>
                  <a:lnTo>
                    <a:pt x="2202041" y="3110937"/>
                  </a:lnTo>
                  <a:lnTo>
                    <a:pt x="2212469" y="3100937"/>
                  </a:lnTo>
                  <a:lnTo>
                    <a:pt x="2224453" y="3110383"/>
                  </a:lnTo>
                  <a:lnTo>
                    <a:pt x="2229390" y="3118617"/>
                  </a:lnTo>
                  <a:lnTo>
                    <a:pt x="2227794" y="3128441"/>
                  </a:lnTo>
                  <a:lnTo>
                    <a:pt x="2220179" y="3142662"/>
                  </a:lnTo>
                  <a:close/>
                </a:path>
                <a:path extrusionOk="0" h="3756659" w="3045459">
                  <a:moveTo>
                    <a:pt x="47552" y="2826001"/>
                  </a:moveTo>
                  <a:lnTo>
                    <a:pt x="43100" y="2821677"/>
                  </a:lnTo>
                  <a:lnTo>
                    <a:pt x="40649" y="2817966"/>
                  </a:lnTo>
                  <a:lnTo>
                    <a:pt x="39552" y="2816256"/>
                  </a:lnTo>
                  <a:lnTo>
                    <a:pt x="38842" y="2814642"/>
                  </a:lnTo>
                  <a:lnTo>
                    <a:pt x="39100" y="2813706"/>
                  </a:lnTo>
                  <a:lnTo>
                    <a:pt x="39584" y="2812157"/>
                  </a:lnTo>
                  <a:lnTo>
                    <a:pt x="40261" y="2810641"/>
                  </a:lnTo>
                  <a:lnTo>
                    <a:pt x="40907" y="2809092"/>
                  </a:lnTo>
                  <a:lnTo>
                    <a:pt x="43553" y="2803374"/>
                  </a:lnTo>
                  <a:lnTo>
                    <a:pt x="46710" y="2797499"/>
                  </a:lnTo>
                  <a:lnTo>
                    <a:pt x="50248" y="2791249"/>
                  </a:lnTo>
                  <a:lnTo>
                    <a:pt x="54037" y="2784406"/>
                  </a:lnTo>
                  <a:lnTo>
                    <a:pt x="77007" y="2811835"/>
                  </a:lnTo>
                  <a:lnTo>
                    <a:pt x="62655" y="2819579"/>
                  </a:lnTo>
                  <a:lnTo>
                    <a:pt x="55825" y="2822925"/>
                  </a:lnTo>
                  <a:lnTo>
                    <a:pt x="48907" y="2825581"/>
                  </a:lnTo>
                  <a:lnTo>
                    <a:pt x="47552" y="2826001"/>
                  </a:lnTo>
                  <a:close/>
                </a:path>
                <a:path extrusionOk="0" h="3756659" w="3045459">
                  <a:moveTo>
                    <a:pt x="1005773" y="2911644"/>
                  </a:moveTo>
                  <a:lnTo>
                    <a:pt x="989707" y="2907191"/>
                  </a:lnTo>
                  <a:lnTo>
                    <a:pt x="989062" y="2905093"/>
                  </a:lnTo>
                  <a:lnTo>
                    <a:pt x="988158" y="2903738"/>
                  </a:lnTo>
                  <a:lnTo>
                    <a:pt x="999901" y="2866661"/>
                  </a:lnTo>
                  <a:lnTo>
                    <a:pt x="1006612" y="2861272"/>
                  </a:lnTo>
                  <a:lnTo>
                    <a:pt x="1010128" y="2858658"/>
                  </a:lnTo>
                  <a:lnTo>
                    <a:pt x="1012419" y="2862917"/>
                  </a:lnTo>
                  <a:lnTo>
                    <a:pt x="1017226" y="2867661"/>
                  </a:lnTo>
                  <a:lnTo>
                    <a:pt x="1016548" y="2871404"/>
                  </a:lnTo>
                  <a:lnTo>
                    <a:pt x="1014452" y="2881086"/>
                  </a:lnTo>
                  <a:lnTo>
                    <a:pt x="1011826" y="2890871"/>
                  </a:lnTo>
                  <a:lnTo>
                    <a:pt x="1005773" y="2911644"/>
                  </a:lnTo>
                  <a:close/>
                </a:path>
                <a:path extrusionOk="0" h="3756659" w="3045459">
                  <a:moveTo>
                    <a:pt x="1515112" y="2538867"/>
                  </a:moveTo>
                  <a:lnTo>
                    <a:pt x="1495513" y="2508840"/>
                  </a:lnTo>
                  <a:lnTo>
                    <a:pt x="1492206" y="2498821"/>
                  </a:lnTo>
                  <a:lnTo>
                    <a:pt x="1529403" y="2517472"/>
                  </a:lnTo>
                  <a:lnTo>
                    <a:pt x="1532855" y="2523507"/>
                  </a:lnTo>
                  <a:lnTo>
                    <a:pt x="1537049" y="2528347"/>
                  </a:lnTo>
                  <a:lnTo>
                    <a:pt x="1531565" y="2531897"/>
                  </a:lnTo>
                  <a:lnTo>
                    <a:pt x="1526274" y="2537737"/>
                  </a:lnTo>
                  <a:lnTo>
                    <a:pt x="1515112" y="2538867"/>
                  </a:lnTo>
                  <a:close/>
                </a:path>
                <a:path extrusionOk="0" h="3756659" w="3045459">
                  <a:moveTo>
                    <a:pt x="41649" y="2669397"/>
                  </a:moveTo>
                  <a:lnTo>
                    <a:pt x="28551" y="2661523"/>
                  </a:lnTo>
                  <a:lnTo>
                    <a:pt x="27454" y="2660846"/>
                  </a:lnTo>
                  <a:lnTo>
                    <a:pt x="25228" y="2659523"/>
                  </a:lnTo>
                  <a:lnTo>
                    <a:pt x="45326" y="2624026"/>
                  </a:lnTo>
                  <a:lnTo>
                    <a:pt x="45488" y="2624155"/>
                  </a:lnTo>
                  <a:lnTo>
                    <a:pt x="49795" y="2628118"/>
                  </a:lnTo>
                  <a:lnTo>
                    <a:pt x="54747" y="2631835"/>
                  </a:lnTo>
                  <a:lnTo>
                    <a:pt x="59876" y="2634933"/>
                  </a:lnTo>
                  <a:lnTo>
                    <a:pt x="44556" y="2663911"/>
                  </a:lnTo>
                  <a:lnTo>
                    <a:pt x="43552" y="2665847"/>
                  </a:lnTo>
                  <a:lnTo>
                    <a:pt x="42616" y="2667558"/>
                  </a:lnTo>
                  <a:lnTo>
                    <a:pt x="41649" y="2669397"/>
                  </a:lnTo>
                  <a:close/>
                </a:path>
                <a:path extrusionOk="0" h="3756659" w="3045459">
                  <a:moveTo>
                    <a:pt x="193470" y="1718931"/>
                  </a:moveTo>
                  <a:lnTo>
                    <a:pt x="189760" y="1715414"/>
                  </a:lnTo>
                  <a:lnTo>
                    <a:pt x="178565" y="1704668"/>
                  </a:lnTo>
                  <a:lnTo>
                    <a:pt x="215794" y="1669752"/>
                  </a:lnTo>
                  <a:lnTo>
                    <a:pt x="231699" y="1684693"/>
                  </a:lnTo>
                  <a:lnTo>
                    <a:pt x="193470" y="1718931"/>
                  </a:lnTo>
                  <a:close/>
                </a:path>
                <a:path extrusionOk="0" h="3756659" w="3045459">
                  <a:moveTo>
                    <a:pt x="60070" y="3539028"/>
                  </a:moveTo>
                  <a:lnTo>
                    <a:pt x="26841" y="3493399"/>
                  </a:lnTo>
                  <a:lnTo>
                    <a:pt x="41262" y="3480007"/>
                  </a:lnTo>
                  <a:lnTo>
                    <a:pt x="76104" y="3526055"/>
                  </a:lnTo>
                  <a:lnTo>
                    <a:pt x="60070" y="3539028"/>
                  </a:lnTo>
                  <a:close/>
                </a:path>
                <a:path extrusionOk="0" h="3756659" w="3045459">
                  <a:moveTo>
                    <a:pt x="1964284" y="3107488"/>
                  </a:moveTo>
                  <a:lnTo>
                    <a:pt x="1958906" y="3103533"/>
                  </a:lnTo>
                  <a:lnTo>
                    <a:pt x="1953198" y="3100054"/>
                  </a:lnTo>
                  <a:lnTo>
                    <a:pt x="1947194" y="3097064"/>
                  </a:lnTo>
                  <a:lnTo>
                    <a:pt x="1940927" y="3094580"/>
                  </a:lnTo>
                  <a:lnTo>
                    <a:pt x="1968962" y="3070217"/>
                  </a:lnTo>
                  <a:lnTo>
                    <a:pt x="1986382" y="3087610"/>
                  </a:lnTo>
                  <a:lnTo>
                    <a:pt x="1964284" y="3107488"/>
                  </a:lnTo>
                  <a:close/>
                </a:path>
                <a:path extrusionOk="0" h="3756659" w="3045459">
                  <a:moveTo>
                    <a:pt x="1269604" y="2377487"/>
                  </a:moveTo>
                  <a:lnTo>
                    <a:pt x="1241699" y="2349768"/>
                  </a:lnTo>
                  <a:lnTo>
                    <a:pt x="1242505" y="2346960"/>
                  </a:lnTo>
                  <a:lnTo>
                    <a:pt x="1251474" y="2343411"/>
                  </a:lnTo>
                  <a:lnTo>
                    <a:pt x="1254248" y="2344830"/>
                  </a:lnTo>
                  <a:lnTo>
                    <a:pt x="1263779" y="2350181"/>
                  </a:lnTo>
                  <a:lnTo>
                    <a:pt x="1273371" y="2356101"/>
                  </a:lnTo>
                  <a:lnTo>
                    <a:pt x="1294284" y="2369549"/>
                  </a:lnTo>
                  <a:lnTo>
                    <a:pt x="1280638" y="2374159"/>
                  </a:lnTo>
                  <a:lnTo>
                    <a:pt x="1274976" y="2375997"/>
                  </a:lnTo>
                  <a:lnTo>
                    <a:pt x="1269604" y="2377487"/>
                  </a:lnTo>
                  <a:close/>
                </a:path>
                <a:path extrusionOk="0" h="3756659" w="3045459">
                  <a:moveTo>
                    <a:pt x="2188906" y="3490298"/>
                  </a:moveTo>
                  <a:lnTo>
                    <a:pt x="2177078" y="3484847"/>
                  </a:lnTo>
                  <a:lnTo>
                    <a:pt x="2206404" y="3442219"/>
                  </a:lnTo>
                  <a:lnTo>
                    <a:pt x="2222986" y="3453255"/>
                  </a:lnTo>
                  <a:lnTo>
                    <a:pt x="2212392" y="3473997"/>
                  </a:lnTo>
                  <a:lnTo>
                    <a:pt x="2200855" y="3486513"/>
                  </a:lnTo>
                  <a:lnTo>
                    <a:pt x="2188906" y="3490298"/>
                  </a:lnTo>
                  <a:close/>
                </a:path>
                <a:path extrusionOk="0" h="3756659" w="3045459">
                  <a:moveTo>
                    <a:pt x="1145227" y="3650906"/>
                  </a:moveTo>
                  <a:lnTo>
                    <a:pt x="1139753" y="3650906"/>
                  </a:lnTo>
                  <a:lnTo>
                    <a:pt x="1144980" y="3649422"/>
                  </a:lnTo>
                  <a:lnTo>
                    <a:pt x="1145200" y="3650745"/>
                  </a:lnTo>
                  <a:lnTo>
                    <a:pt x="1145227" y="3650906"/>
                  </a:lnTo>
                  <a:close/>
                </a:path>
                <a:path extrusionOk="0" h="3756659" w="3045459">
                  <a:moveTo>
                    <a:pt x="1125720" y="3706216"/>
                  </a:moveTo>
                  <a:lnTo>
                    <a:pt x="1103460" y="3693212"/>
                  </a:lnTo>
                  <a:lnTo>
                    <a:pt x="1116820" y="3672458"/>
                  </a:lnTo>
                  <a:lnTo>
                    <a:pt x="1123144" y="3663048"/>
                  </a:lnTo>
                  <a:lnTo>
                    <a:pt x="1129720" y="3654198"/>
                  </a:lnTo>
                  <a:lnTo>
                    <a:pt x="1132462" y="3650745"/>
                  </a:lnTo>
                  <a:lnTo>
                    <a:pt x="1139753" y="3650906"/>
                  </a:lnTo>
                  <a:lnTo>
                    <a:pt x="1145227" y="3650906"/>
                  </a:lnTo>
                  <a:lnTo>
                    <a:pt x="1145775" y="3654198"/>
                  </a:lnTo>
                  <a:lnTo>
                    <a:pt x="1148593" y="3659974"/>
                  </a:lnTo>
                  <a:lnTo>
                    <a:pt x="1146980" y="3663749"/>
                  </a:lnTo>
                  <a:lnTo>
                    <a:pt x="1142220" y="3674151"/>
                  </a:lnTo>
                  <a:lnTo>
                    <a:pt x="1137015" y="3684547"/>
                  </a:lnTo>
                  <a:lnTo>
                    <a:pt x="1125720" y="3706216"/>
                  </a:lnTo>
                  <a:close/>
                </a:path>
                <a:path extrusionOk="0" h="3756659" w="3045459">
                  <a:moveTo>
                    <a:pt x="1019290" y="3276677"/>
                  </a:moveTo>
                  <a:lnTo>
                    <a:pt x="1017677" y="3271578"/>
                  </a:lnTo>
                  <a:lnTo>
                    <a:pt x="1013612" y="3265770"/>
                  </a:lnTo>
                  <a:lnTo>
                    <a:pt x="1014903" y="3261542"/>
                  </a:lnTo>
                  <a:lnTo>
                    <a:pt x="1018965" y="3248971"/>
                  </a:lnTo>
                  <a:lnTo>
                    <a:pt x="1023492" y="3236388"/>
                  </a:lnTo>
                  <a:lnTo>
                    <a:pt x="1033292" y="3210363"/>
                  </a:lnTo>
                  <a:lnTo>
                    <a:pt x="1053326" y="3217979"/>
                  </a:lnTo>
                  <a:lnTo>
                    <a:pt x="1038355" y="3257068"/>
                  </a:lnTo>
                  <a:lnTo>
                    <a:pt x="1024065" y="3274128"/>
                  </a:lnTo>
                  <a:lnTo>
                    <a:pt x="1019290" y="3276677"/>
                  </a:lnTo>
                  <a:close/>
                </a:path>
                <a:path extrusionOk="0" h="3756659" w="3045459">
                  <a:moveTo>
                    <a:pt x="81620" y="3001805"/>
                  </a:moveTo>
                  <a:lnTo>
                    <a:pt x="72232" y="2995958"/>
                  </a:lnTo>
                  <a:lnTo>
                    <a:pt x="63856" y="2990434"/>
                  </a:lnTo>
                  <a:lnTo>
                    <a:pt x="59830" y="2982714"/>
                  </a:lnTo>
                  <a:lnTo>
                    <a:pt x="63489" y="2970278"/>
                  </a:lnTo>
                  <a:lnTo>
                    <a:pt x="64941" y="2967632"/>
                  </a:lnTo>
                  <a:lnTo>
                    <a:pt x="66264" y="2965308"/>
                  </a:lnTo>
                  <a:lnTo>
                    <a:pt x="67490" y="2963050"/>
                  </a:lnTo>
                  <a:lnTo>
                    <a:pt x="72398" y="2968764"/>
                  </a:lnTo>
                  <a:lnTo>
                    <a:pt x="77672" y="2974134"/>
                  </a:lnTo>
                  <a:lnTo>
                    <a:pt x="83291" y="2979141"/>
                  </a:lnTo>
                  <a:lnTo>
                    <a:pt x="89234" y="2983767"/>
                  </a:lnTo>
                  <a:lnTo>
                    <a:pt x="86782" y="2989640"/>
                  </a:lnTo>
                  <a:lnTo>
                    <a:pt x="81620" y="3001805"/>
                  </a:lnTo>
                  <a:close/>
                </a:path>
                <a:path extrusionOk="0" h="3756659" w="3045459">
                  <a:moveTo>
                    <a:pt x="73028" y="3710314"/>
                  </a:moveTo>
                  <a:lnTo>
                    <a:pt x="65844" y="3710314"/>
                  </a:lnTo>
                  <a:lnTo>
                    <a:pt x="44746" y="3655682"/>
                  </a:lnTo>
                  <a:lnTo>
                    <a:pt x="54565" y="3649546"/>
                  </a:lnTo>
                  <a:lnTo>
                    <a:pt x="62614" y="3648248"/>
                  </a:lnTo>
                  <a:lnTo>
                    <a:pt x="68940" y="3652401"/>
                  </a:lnTo>
                  <a:lnTo>
                    <a:pt x="73587" y="3662620"/>
                  </a:lnTo>
                  <a:lnTo>
                    <a:pt x="75652" y="3669977"/>
                  </a:lnTo>
                  <a:lnTo>
                    <a:pt x="78104" y="3677399"/>
                  </a:lnTo>
                  <a:lnTo>
                    <a:pt x="81781" y="3684047"/>
                  </a:lnTo>
                  <a:lnTo>
                    <a:pt x="85737" y="3693621"/>
                  </a:lnTo>
                  <a:lnTo>
                    <a:pt x="85742" y="3701202"/>
                  </a:lnTo>
                  <a:lnTo>
                    <a:pt x="81500" y="3706805"/>
                  </a:lnTo>
                  <a:lnTo>
                    <a:pt x="73028" y="3710314"/>
                  </a:lnTo>
                  <a:close/>
                </a:path>
                <a:path extrusionOk="0" h="3756659" w="3045459">
                  <a:moveTo>
                    <a:pt x="1541179" y="3242794"/>
                  </a:moveTo>
                  <a:lnTo>
                    <a:pt x="1536533" y="3241535"/>
                  </a:lnTo>
                  <a:lnTo>
                    <a:pt x="1524248" y="3237876"/>
                  </a:lnTo>
                  <a:lnTo>
                    <a:pt x="1511688" y="3233484"/>
                  </a:lnTo>
                  <a:lnTo>
                    <a:pt x="1483722" y="3223109"/>
                  </a:lnTo>
                  <a:lnTo>
                    <a:pt x="1503776" y="3213501"/>
                  </a:lnTo>
                  <a:lnTo>
                    <a:pt x="1512562" y="3209478"/>
                  </a:lnTo>
                  <a:lnTo>
                    <a:pt x="1521145" y="3206071"/>
                  </a:lnTo>
                  <a:lnTo>
                    <a:pt x="1531036" y="3207448"/>
                  </a:lnTo>
                  <a:lnTo>
                    <a:pt x="1542203" y="3214929"/>
                  </a:lnTo>
                  <a:lnTo>
                    <a:pt x="1550697" y="3225049"/>
                  </a:lnTo>
                  <a:lnTo>
                    <a:pt x="1552567" y="3234339"/>
                  </a:lnTo>
                  <a:lnTo>
                    <a:pt x="1551147" y="3238341"/>
                  </a:lnTo>
                  <a:lnTo>
                    <a:pt x="1541179" y="3242794"/>
                  </a:lnTo>
                  <a:close/>
                </a:path>
                <a:path extrusionOk="0" h="3756659" w="3045459">
                  <a:moveTo>
                    <a:pt x="1562923" y="3740422"/>
                  </a:moveTo>
                  <a:lnTo>
                    <a:pt x="1525919" y="3739131"/>
                  </a:lnTo>
                  <a:lnTo>
                    <a:pt x="1527694" y="3726885"/>
                  </a:lnTo>
                  <a:lnTo>
                    <a:pt x="1528741" y="3719491"/>
                  </a:lnTo>
                  <a:lnTo>
                    <a:pt x="1529855" y="3711153"/>
                  </a:lnTo>
                  <a:lnTo>
                    <a:pt x="1569923" y="3731096"/>
                  </a:lnTo>
                  <a:lnTo>
                    <a:pt x="1565213" y="3737421"/>
                  </a:lnTo>
                  <a:lnTo>
                    <a:pt x="1562923" y="3740422"/>
                  </a:lnTo>
                  <a:close/>
                </a:path>
                <a:path extrusionOk="0" h="3756659" w="3045459">
                  <a:moveTo>
                    <a:pt x="2030742" y="2721190"/>
                  </a:moveTo>
                  <a:lnTo>
                    <a:pt x="2017418" y="2700214"/>
                  </a:lnTo>
                  <a:lnTo>
                    <a:pt x="2072584" y="2663621"/>
                  </a:lnTo>
                  <a:lnTo>
                    <a:pt x="2085650" y="2685532"/>
                  </a:lnTo>
                  <a:lnTo>
                    <a:pt x="2030742" y="2721190"/>
                  </a:lnTo>
                  <a:close/>
                </a:path>
                <a:path extrusionOk="0" h="3756659" w="3045459">
                  <a:moveTo>
                    <a:pt x="258702" y="1418341"/>
                  </a:moveTo>
                  <a:lnTo>
                    <a:pt x="202019" y="1418341"/>
                  </a:lnTo>
                  <a:lnTo>
                    <a:pt x="228312" y="1358352"/>
                  </a:lnTo>
                  <a:lnTo>
                    <a:pt x="241453" y="1371428"/>
                  </a:lnTo>
                  <a:lnTo>
                    <a:pt x="247813" y="1386749"/>
                  </a:lnTo>
                  <a:lnTo>
                    <a:pt x="252021" y="1402869"/>
                  </a:lnTo>
                  <a:lnTo>
                    <a:pt x="258702" y="1418341"/>
                  </a:lnTo>
                  <a:close/>
                </a:path>
                <a:path extrusionOk="0" h="3756659" w="3045459">
                  <a:moveTo>
                    <a:pt x="1805494" y="2720286"/>
                  </a:moveTo>
                  <a:lnTo>
                    <a:pt x="1757135" y="2666783"/>
                  </a:lnTo>
                  <a:lnTo>
                    <a:pt x="1780266" y="2647228"/>
                  </a:lnTo>
                  <a:lnTo>
                    <a:pt x="1823399" y="2705507"/>
                  </a:lnTo>
                  <a:lnTo>
                    <a:pt x="1805494" y="2720286"/>
                  </a:lnTo>
                  <a:close/>
                </a:path>
                <a:path extrusionOk="0" h="3756659" w="3045459">
                  <a:moveTo>
                    <a:pt x="373584" y="3711250"/>
                  </a:moveTo>
                  <a:lnTo>
                    <a:pt x="369664" y="3692596"/>
                  </a:lnTo>
                  <a:lnTo>
                    <a:pt x="373539" y="3674677"/>
                  </a:lnTo>
                  <a:lnTo>
                    <a:pt x="383759" y="3660539"/>
                  </a:lnTo>
                  <a:lnTo>
                    <a:pt x="398876" y="3653230"/>
                  </a:lnTo>
                  <a:lnTo>
                    <a:pt x="405812" y="3652036"/>
                  </a:lnTo>
                  <a:lnTo>
                    <a:pt x="416071" y="3655585"/>
                  </a:lnTo>
                  <a:lnTo>
                    <a:pt x="423169" y="3663620"/>
                  </a:lnTo>
                  <a:lnTo>
                    <a:pt x="417620" y="3674237"/>
                  </a:lnTo>
                  <a:lnTo>
                    <a:pt x="413813" y="3683724"/>
                  </a:lnTo>
                  <a:lnTo>
                    <a:pt x="410523" y="3685660"/>
                  </a:lnTo>
                  <a:lnTo>
                    <a:pt x="373584" y="3711250"/>
                  </a:lnTo>
                  <a:close/>
                </a:path>
                <a:path extrusionOk="0" h="3756659" w="3045459">
                  <a:moveTo>
                    <a:pt x="287962" y="2831987"/>
                  </a:moveTo>
                  <a:lnTo>
                    <a:pt x="258056" y="2831390"/>
                  </a:lnTo>
                  <a:lnTo>
                    <a:pt x="256423" y="2831390"/>
                  </a:lnTo>
                  <a:lnTo>
                    <a:pt x="253056" y="2826162"/>
                  </a:lnTo>
                  <a:lnTo>
                    <a:pt x="333483" y="2789181"/>
                  </a:lnTo>
                  <a:lnTo>
                    <a:pt x="336257" y="2791795"/>
                  </a:lnTo>
                  <a:lnTo>
                    <a:pt x="337677" y="2793086"/>
                  </a:lnTo>
                  <a:lnTo>
                    <a:pt x="332844" y="2803198"/>
                  </a:lnTo>
                  <a:lnTo>
                    <a:pt x="328196" y="2813815"/>
                  </a:lnTo>
                  <a:lnTo>
                    <a:pt x="322973" y="2822805"/>
                  </a:lnTo>
                  <a:lnTo>
                    <a:pt x="316417" y="2828034"/>
                  </a:lnTo>
                  <a:lnTo>
                    <a:pt x="302598" y="2831172"/>
                  </a:lnTo>
                  <a:lnTo>
                    <a:pt x="287962" y="2831987"/>
                  </a:lnTo>
                  <a:close/>
                </a:path>
                <a:path extrusionOk="0" h="3756659" w="3045459">
                  <a:moveTo>
                    <a:pt x="1666804" y="3366967"/>
                  </a:moveTo>
                  <a:lnTo>
                    <a:pt x="1661039" y="3351529"/>
                  </a:lnTo>
                  <a:lnTo>
                    <a:pt x="1655795" y="3337610"/>
                  </a:lnTo>
                  <a:lnTo>
                    <a:pt x="1651070" y="3324646"/>
                  </a:lnTo>
                  <a:lnTo>
                    <a:pt x="1646866" y="3312076"/>
                  </a:lnTo>
                  <a:lnTo>
                    <a:pt x="1645700" y="3305310"/>
                  </a:lnTo>
                  <a:lnTo>
                    <a:pt x="1646971" y="3299572"/>
                  </a:lnTo>
                  <a:lnTo>
                    <a:pt x="1651085" y="3295214"/>
                  </a:lnTo>
                  <a:lnTo>
                    <a:pt x="1658448" y="3292586"/>
                  </a:lnTo>
                  <a:lnTo>
                    <a:pt x="1670574" y="3290206"/>
                  </a:lnTo>
                  <a:lnTo>
                    <a:pt x="1710647" y="3281162"/>
                  </a:lnTo>
                  <a:lnTo>
                    <a:pt x="1666804" y="3366967"/>
                  </a:lnTo>
                  <a:close/>
                </a:path>
                <a:path extrusionOk="0" h="3756659" w="3045459">
                  <a:moveTo>
                    <a:pt x="1703097" y="2630061"/>
                  </a:moveTo>
                  <a:lnTo>
                    <a:pt x="1699258" y="2628576"/>
                  </a:lnTo>
                  <a:lnTo>
                    <a:pt x="1613024" y="2613119"/>
                  </a:lnTo>
                  <a:lnTo>
                    <a:pt x="1619670" y="2607149"/>
                  </a:lnTo>
                  <a:lnTo>
                    <a:pt x="1622961" y="2604148"/>
                  </a:lnTo>
                  <a:lnTo>
                    <a:pt x="1626251" y="2601244"/>
                  </a:lnTo>
                  <a:lnTo>
                    <a:pt x="1648132" y="2583490"/>
                  </a:lnTo>
                  <a:lnTo>
                    <a:pt x="1664053" y="2577490"/>
                  </a:lnTo>
                  <a:lnTo>
                    <a:pt x="1680229" y="2583197"/>
                  </a:lnTo>
                  <a:lnTo>
                    <a:pt x="1702872" y="2600566"/>
                  </a:lnTo>
                  <a:lnTo>
                    <a:pt x="1706807" y="2603825"/>
                  </a:lnTo>
                  <a:lnTo>
                    <a:pt x="1711259" y="2606697"/>
                  </a:lnTo>
                  <a:lnTo>
                    <a:pt x="1718325" y="2615410"/>
                  </a:lnTo>
                  <a:lnTo>
                    <a:pt x="1721164" y="2621154"/>
                  </a:lnTo>
                  <a:lnTo>
                    <a:pt x="1724422" y="2626479"/>
                  </a:lnTo>
                  <a:lnTo>
                    <a:pt x="1718551" y="2627640"/>
                  </a:lnTo>
                  <a:lnTo>
                    <a:pt x="1712743" y="2629254"/>
                  </a:lnTo>
                  <a:lnTo>
                    <a:pt x="1703097" y="2630061"/>
                  </a:lnTo>
                  <a:close/>
                </a:path>
              </a:pathLst>
            </a:custGeom>
            <a:solidFill>
              <a:srgbClr val="FF66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7" name="Google Shape;447;p15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MAN / HELP</a:t>
            </a:r>
            <a:endParaRPr/>
          </a:p>
        </p:txBody>
      </p:sp>
      <p:sp>
        <p:nvSpPr>
          <p:cNvPr id="448" name="Google Shape;448;p15"/>
          <p:cNvSpPr txBox="1"/>
          <p:nvPr/>
        </p:nvSpPr>
        <p:spPr>
          <a:xfrm>
            <a:off x="1416049" y="4117870"/>
            <a:ext cx="5818500" cy="22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Prints out documentation related to a given command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exit, press q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1250440" y="8529322"/>
            <a:ext cx="23490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man cd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763" y="0"/>
            <a:ext cx="9605235" cy="1028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35014"/>
            <a:ext cx="8403081" cy="26519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6" name="Google Shape;456;p16"/>
          <p:cNvGrpSpPr/>
          <p:nvPr/>
        </p:nvGrpSpPr>
        <p:grpSpPr>
          <a:xfrm>
            <a:off x="11692488" y="3051798"/>
            <a:ext cx="4742255" cy="4820285"/>
            <a:chOff x="11692488" y="3051798"/>
            <a:chExt cx="4742255" cy="4820285"/>
          </a:xfrm>
        </p:grpSpPr>
        <p:sp>
          <p:nvSpPr>
            <p:cNvPr id="457" name="Google Shape;457;p16"/>
            <p:cNvSpPr/>
            <p:nvPr/>
          </p:nvSpPr>
          <p:spPr>
            <a:xfrm>
              <a:off x="12293537" y="3051798"/>
              <a:ext cx="4140200" cy="4820285"/>
            </a:xfrm>
            <a:custGeom>
              <a:rect b="b" l="l" r="r" t="t"/>
              <a:pathLst>
                <a:path extrusionOk="0" h="4820284" w="4140200">
                  <a:moveTo>
                    <a:pt x="1084714" y="4819973"/>
                  </a:moveTo>
                  <a:lnTo>
                    <a:pt x="1047566" y="4806841"/>
                  </a:lnTo>
                  <a:lnTo>
                    <a:pt x="1018065" y="4780743"/>
                  </a:lnTo>
                  <a:lnTo>
                    <a:pt x="1000247" y="4744048"/>
                  </a:lnTo>
                  <a:lnTo>
                    <a:pt x="2206" y="887295"/>
                  </a:lnTo>
                  <a:lnTo>
                    <a:pt x="0" y="846552"/>
                  </a:lnTo>
                  <a:lnTo>
                    <a:pt x="13142" y="809418"/>
                  </a:lnTo>
                  <a:lnTo>
                    <a:pt x="39266" y="779928"/>
                  </a:lnTo>
                  <a:lnTo>
                    <a:pt x="76005" y="762117"/>
                  </a:lnTo>
                  <a:lnTo>
                    <a:pt x="3014575" y="2198"/>
                  </a:lnTo>
                  <a:lnTo>
                    <a:pt x="3055357" y="0"/>
                  </a:lnTo>
                  <a:lnTo>
                    <a:pt x="3092514" y="13150"/>
                  </a:lnTo>
                  <a:lnTo>
                    <a:pt x="3122034" y="39267"/>
                  </a:lnTo>
                  <a:lnTo>
                    <a:pt x="3139907" y="75970"/>
                  </a:lnTo>
                  <a:lnTo>
                    <a:pt x="4137893" y="3932669"/>
                  </a:lnTo>
                  <a:lnTo>
                    <a:pt x="4140093" y="3973412"/>
                  </a:lnTo>
                  <a:lnTo>
                    <a:pt x="4126938" y="4010553"/>
                  </a:lnTo>
                  <a:lnTo>
                    <a:pt x="4100811" y="4040059"/>
                  </a:lnTo>
                  <a:lnTo>
                    <a:pt x="4064095" y="4057902"/>
                  </a:lnTo>
                  <a:lnTo>
                    <a:pt x="1125471" y="4817766"/>
                  </a:lnTo>
                  <a:lnTo>
                    <a:pt x="1084714" y="4819973"/>
                  </a:lnTo>
                  <a:close/>
                </a:path>
              </a:pathLst>
            </a:custGeom>
            <a:solidFill>
              <a:srgbClr val="3BBE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12929083" y="3095632"/>
              <a:ext cx="3056890" cy="2462530"/>
            </a:xfrm>
            <a:custGeom>
              <a:rect b="b" l="l" r="r" t="t"/>
              <a:pathLst>
                <a:path extrusionOk="0" h="2462529" w="3056890">
                  <a:moveTo>
                    <a:pt x="2910278" y="2462474"/>
                  </a:moveTo>
                  <a:lnTo>
                    <a:pt x="2305882" y="126969"/>
                  </a:lnTo>
                  <a:lnTo>
                    <a:pt x="6407" y="721594"/>
                  </a:lnTo>
                  <a:lnTo>
                    <a:pt x="3764" y="685979"/>
                  </a:lnTo>
                  <a:lnTo>
                    <a:pt x="1010" y="637271"/>
                  </a:lnTo>
                  <a:lnTo>
                    <a:pt x="0" y="612918"/>
                  </a:lnTo>
                  <a:lnTo>
                    <a:pt x="2366484" y="977"/>
                  </a:lnTo>
                  <a:lnTo>
                    <a:pt x="2374412" y="0"/>
                  </a:lnTo>
                  <a:lnTo>
                    <a:pt x="2382178" y="0"/>
                  </a:lnTo>
                  <a:lnTo>
                    <a:pt x="2439244" y="19352"/>
                  </a:lnTo>
                  <a:lnTo>
                    <a:pt x="2473136" y="70460"/>
                  </a:lnTo>
                  <a:lnTo>
                    <a:pt x="3056842" y="2326168"/>
                  </a:lnTo>
                  <a:lnTo>
                    <a:pt x="3021952" y="2362069"/>
                  </a:lnTo>
                  <a:lnTo>
                    <a:pt x="2985881" y="2396784"/>
                  </a:lnTo>
                  <a:lnTo>
                    <a:pt x="2948650" y="2430268"/>
                  </a:lnTo>
                  <a:lnTo>
                    <a:pt x="2910278" y="2462474"/>
                  </a:lnTo>
                  <a:close/>
                </a:path>
              </a:pathLst>
            </a:custGeom>
            <a:solidFill>
              <a:srgbClr val="5BC8C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59" name="Google Shape;459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92431" y="3222601"/>
              <a:ext cx="4142312" cy="46471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6"/>
            <p:cNvSpPr/>
            <p:nvPr/>
          </p:nvSpPr>
          <p:spPr>
            <a:xfrm>
              <a:off x="12639212" y="3889043"/>
              <a:ext cx="990600" cy="3761740"/>
            </a:xfrm>
            <a:custGeom>
              <a:rect b="b" l="l" r="r" t="t"/>
              <a:pathLst>
                <a:path extrusionOk="0" h="3761740" w="990600">
                  <a:moveTo>
                    <a:pt x="972029" y="3761159"/>
                  </a:moveTo>
                  <a:lnTo>
                    <a:pt x="0" y="4776"/>
                  </a:lnTo>
                  <a:lnTo>
                    <a:pt x="18463" y="0"/>
                  </a:lnTo>
                  <a:lnTo>
                    <a:pt x="990492" y="3756382"/>
                  </a:lnTo>
                  <a:lnTo>
                    <a:pt x="972029" y="3761159"/>
                  </a:lnTo>
                  <a:close/>
                </a:path>
              </a:pathLst>
            </a:custGeom>
            <a:solidFill>
              <a:srgbClr val="E269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12773927" y="3450271"/>
              <a:ext cx="3231515" cy="3990340"/>
            </a:xfrm>
            <a:custGeom>
              <a:rect b="b" l="l" r="r" t="t"/>
              <a:pathLst>
                <a:path extrusionOk="0" h="3990340" w="3231515">
                  <a:moveTo>
                    <a:pt x="2358669" y="9448"/>
                  </a:moveTo>
                  <a:lnTo>
                    <a:pt x="2356167" y="0"/>
                  </a:lnTo>
                  <a:lnTo>
                    <a:pt x="0" y="609231"/>
                  </a:lnTo>
                  <a:lnTo>
                    <a:pt x="2501" y="618680"/>
                  </a:lnTo>
                  <a:lnTo>
                    <a:pt x="2358669" y="9448"/>
                  </a:lnTo>
                  <a:close/>
                </a:path>
                <a:path extrusionOk="0" h="3990340" w="3231515">
                  <a:moveTo>
                    <a:pt x="2393581" y="144284"/>
                  </a:moveTo>
                  <a:lnTo>
                    <a:pt x="2391092" y="134785"/>
                  </a:lnTo>
                  <a:lnTo>
                    <a:pt x="34925" y="744067"/>
                  </a:lnTo>
                  <a:lnTo>
                    <a:pt x="37363" y="753516"/>
                  </a:lnTo>
                  <a:lnTo>
                    <a:pt x="2393581" y="144284"/>
                  </a:lnTo>
                  <a:close/>
                </a:path>
                <a:path extrusionOk="0" h="3990340" w="3231515">
                  <a:moveTo>
                    <a:pt x="2428456" y="279069"/>
                  </a:moveTo>
                  <a:lnTo>
                    <a:pt x="2426004" y="269633"/>
                  </a:lnTo>
                  <a:lnTo>
                    <a:pt x="69837" y="878916"/>
                  </a:lnTo>
                  <a:lnTo>
                    <a:pt x="72224" y="888352"/>
                  </a:lnTo>
                  <a:lnTo>
                    <a:pt x="2428456" y="279069"/>
                  </a:lnTo>
                  <a:close/>
                </a:path>
                <a:path extrusionOk="0" h="3990340" w="3231515">
                  <a:moveTo>
                    <a:pt x="2463317" y="413969"/>
                  </a:moveTo>
                  <a:lnTo>
                    <a:pt x="2460929" y="404469"/>
                  </a:lnTo>
                  <a:lnTo>
                    <a:pt x="104698" y="1013752"/>
                  </a:lnTo>
                  <a:lnTo>
                    <a:pt x="107149" y="1023200"/>
                  </a:lnTo>
                  <a:lnTo>
                    <a:pt x="2463317" y="413969"/>
                  </a:lnTo>
                  <a:close/>
                </a:path>
                <a:path extrusionOk="0" h="3990340" w="3231515">
                  <a:moveTo>
                    <a:pt x="2498229" y="548805"/>
                  </a:moveTo>
                  <a:lnTo>
                    <a:pt x="2495791" y="539305"/>
                  </a:lnTo>
                  <a:lnTo>
                    <a:pt x="139560" y="1148588"/>
                  </a:lnTo>
                  <a:lnTo>
                    <a:pt x="142062" y="1158087"/>
                  </a:lnTo>
                  <a:lnTo>
                    <a:pt x="2498229" y="548805"/>
                  </a:lnTo>
                  <a:close/>
                </a:path>
                <a:path extrusionOk="0" h="3990340" w="3231515">
                  <a:moveTo>
                    <a:pt x="2533142" y="683653"/>
                  </a:moveTo>
                  <a:lnTo>
                    <a:pt x="2530652" y="674204"/>
                  </a:lnTo>
                  <a:lnTo>
                    <a:pt x="174536" y="1283487"/>
                  </a:lnTo>
                  <a:lnTo>
                    <a:pt x="176974" y="1292936"/>
                  </a:lnTo>
                  <a:lnTo>
                    <a:pt x="2533142" y="683653"/>
                  </a:lnTo>
                  <a:close/>
                </a:path>
                <a:path extrusionOk="0" h="3990340" w="3231515">
                  <a:moveTo>
                    <a:pt x="2568016" y="818438"/>
                  </a:moveTo>
                  <a:lnTo>
                    <a:pt x="2565565" y="808990"/>
                  </a:lnTo>
                  <a:lnTo>
                    <a:pt x="209397" y="1418272"/>
                  </a:lnTo>
                  <a:lnTo>
                    <a:pt x="211785" y="1427721"/>
                  </a:lnTo>
                  <a:lnTo>
                    <a:pt x="2568016" y="818438"/>
                  </a:lnTo>
                  <a:close/>
                </a:path>
                <a:path extrusionOk="0" h="3990340" w="3231515">
                  <a:moveTo>
                    <a:pt x="2602877" y="953274"/>
                  </a:moveTo>
                  <a:lnTo>
                    <a:pt x="2600477" y="943838"/>
                  </a:lnTo>
                  <a:lnTo>
                    <a:pt x="244259" y="1553121"/>
                  </a:lnTo>
                  <a:lnTo>
                    <a:pt x="246710" y="1562557"/>
                  </a:lnTo>
                  <a:lnTo>
                    <a:pt x="2602877" y="953274"/>
                  </a:lnTo>
                  <a:close/>
                </a:path>
                <a:path extrusionOk="0" h="3990340" w="3231515">
                  <a:moveTo>
                    <a:pt x="2637790" y="1088174"/>
                  </a:moveTo>
                  <a:lnTo>
                    <a:pt x="2635351" y="1078725"/>
                  </a:lnTo>
                  <a:lnTo>
                    <a:pt x="279184" y="1687957"/>
                  </a:lnTo>
                  <a:lnTo>
                    <a:pt x="281622" y="1697405"/>
                  </a:lnTo>
                  <a:lnTo>
                    <a:pt x="2637790" y="1088174"/>
                  </a:lnTo>
                  <a:close/>
                </a:path>
                <a:path extrusionOk="0" h="3990340" w="3231515">
                  <a:moveTo>
                    <a:pt x="2672702" y="1223010"/>
                  </a:moveTo>
                  <a:lnTo>
                    <a:pt x="2670213" y="1213573"/>
                  </a:lnTo>
                  <a:lnTo>
                    <a:pt x="314096" y="1822792"/>
                  </a:lnTo>
                  <a:lnTo>
                    <a:pt x="316534" y="1832241"/>
                  </a:lnTo>
                  <a:lnTo>
                    <a:pt x="2672702" y="1223010"/>
                  </a:lnTo>
                  <a:close/>
                </a:path>
                <a:path extrusionOk="0" h="3990340" w="3231515">
                  <a:moveTo>
                    <a:pt x="2707627" y="1357858"/>
                  </a:moveTo>
                  <a:lnTo>
                    <a:pt x="2705176" y="1348409"/>
                  </a:lnTo>
                  <a:lnTo>
                    <a:pt x="348957" y="1957692"/>
                  </a:lnTo>
                  <a:lnTo>
                    <a:pt x="351409" y="1967077"/>
                  </a:lnTo>
                  <a:lnTo>
                    <a:pt x="2707627" y="1357858"/>
                  </a:lnTo>
                  <a:close/>
                </a:path>
                <a:path extrusionOk="0" h="3990340" w="3231515">
                  <a:moveTo>
                    <a:pt x="2742488" y="1492643"/>
                  </a:moveTo>
                  <a:lnTo>
                    <a:pt x="2740037" y="1483245"/>
                  </a:lnTo>
                  <a:lnTo>
                    <a:pt x="383819" y="2092477"/>
                  </a:lnTo>
                  <a:lnTo>
                    <a:pt x="386270" y="2101926"/>
                  </a:lnTo>
                  <a:lnTo>
                    <a:pt x="2742488" y="1492643"/>
                  </a:lnTo>
                  <a:close/>
                </a:path>
                <a:path extrusionOk="0" h="3990340" w="3231515">
                  <a:moveTo>
                    <a:pt x="2777350" y="1627543"/>
                  </a:moveTo>
                  <a:lnTo>
                    <a:pt x="2774912" y="1618094"/>
                  </a:lnTo>
                  <a:lnTo>
                    <a:pt x="418744" y="2227326"/>
                  </a:lnTo>
                  <a:lnTo>
                    <a:pt x="421182" y="2236825"/>
                  </a:lnTo>
                  <a:lnTo>
                    <a:pt x="2777350" y="1627543"/>
                  </a:lnTo>
                  <a:close/>
                </a:path>
                <a:path extrusionOk="0" h="3990340" w="3231515">
                  <a:moveTo>
                    <a:pt x="2812262" y="1762379"/>
                  </a:moveTo>
                  <a:lnTo>
                    <a:pt x="2809824" y="1752879"/>
                  </a:lnTo>
                  <a:lnTo>
                    <a:pt x="453656" y="2362162"/>
                  </a:lnTo>
                  <a:lnTo>
                    <a:pt x="456095" y="2371661"/>
                  </a:lnTo>
                  <a:lnTo>
                    <a:pt x="2812262" y="1762379"/>
                  </a:lnTo>
                  <a:close/>
                </a:path>
                <a:path extrusionOk="0" h="3990340" w="3231515">
                  <a:moveTo>
                    <a:pt x="2847187" y="1897214"/>
                  </a:moveTo>
                  <a:lnTo>
                    <a:pt x="2844736" y="1887715"/>
                  </a:lnTo>
                  <a:lnTo>
                    <a:pt x="488569" y="2496997"/>
                  </a:lnTo>
                  <a:lnTo>
                    <a:pt x="490956" y="2506497"/>
                  </a:lnTo>
                  <a:lnTo>
                    <a:pt x="2847187" y="1897214"/>
                  </a:lnTo>
                  <a:close/>
                </a:path>
                <a:path extrusionOk="0" h="3990340" w="3231515">
                  <a:moveTo>
                    <a:pt x="2882049" y="2032063"/>
                  </a:moveTo>
                  <a:lnTo>
                    <a:pt x="2879598" y="2022614"/>
                  </a:lnTo>
                  <a:lnTo>
                    <a:pt x="523430" y="2631897"/>
                  </a:lnTo>
                  <a:lnTo>
                    <a:pt x="525881" y="2641346"/>
                  </a:lnTo>
                  <a:lnTo>
                    <a:pt x="2882049" y="2032063"/>
                  </a:lnTo>
                  <a:close/>
                </a:path>
                <a:path extrusionOk="0" h="3990340" w="3231515">
                  <a:moveTo>
                    <a:pt x="2916910" y="2166848"/>
                  </a:moveTo>
                  <a:lnTo>
                    <a:pt x="2914523" y="2157450"/>
                  </a:lnTo>
                  <a:lnTo>
                    <a:pt x="558304" y="2766682"/>
                  </a:lnTo>
                  <a:lnTo>
                    <a:pt x="560743" y="2776131"/>
                  </a:lnTo>
                  <a:lnTo>
                    <a:pt x="2916910" y="2166848"/>
                  </a:lnTo>
                  <a:close/>
                </a:path>
                <a:path extrusionOk="0" h="3990340" w="3231515">
                  <a:moveTo>
                    <a:pt x="2951823" y="2301748"/>
                  </a:moveTo>
                  <a:lnTo>
                    <a:pt x="2949384" y="2292299"/>
                  </a:lnTo>
                  <a:lnTo>
                    <a:pt x="593217" y="2901518"/>
                  </a:lnTo>
                  <a:lnTo>
                    <a:pt x="595655" y="2911017"/>
                  </a:lnTo>
                  <a:lnTo>
                    <a:pt x="2951823" y="2301748"/>
                  </a:lnTo>
                  <a:close/>
                </a:path>
                <a:path extrusionOk="0" h="3990340" w="3231515">
                  <a:moveTo>
                    <a:pt x="2986748" y="2436584"/>
                  </a:moveTo>
                  <a:lnTo>
                    <a:pt x="2984296" y="2427135"/>
                  </a:lnTo>
                  <a:lnTo>
                    <a:pt x="628129" y="3036366"/>
                  </a:lnTo>
                  <a:lnTo>
                    <a:pt x="630580" y="3045815"/>
                  </a:lnTo>
                  <a:lnTo>
                    <a:pt x="2986748" y="2436584"/>
                  </a:lnTo>
                  <a:close/>
                </a:path>
                <a:path extrusionOk="0" h="3990340" w="3231515">
                  <a:moveTo>
                    <a:pt x="3021609" y="2571419"/>
                  </a:moveTo>
                  <a:lnTo>
                    <a:pt x="3019221" y="2561983"/>
                  </a:lnTo>
                  <a:lnTo>
                    <a:pt x="662990" y="3171266"/>
                  </a:lnTo>
                  <a:lnTo>
                    <a:pt x="665441" y="3180651"/>
                  </a:lnTo>
                  <a:lnTo>
                    <a:pt x="3021609" y="2571419"/>
                  </a:lnTo>
                  <a:close/>
                </a:path>
                <a:path extrusionOk="0" h="3990340" w="3231515">
                  <a:moveTo>
                    <a:pt x="3056521" y="2706268"/>
                  </a:moveTo>
                  <a:lnTo>
                    <a:pt x="3054083" y="2696819"/>
                  </a:lnTo>
                  <a:lnTo>
                    <a:pt x="697915" y="3306102"/>
                  </a:lnTo>
                  <a:lnTo>
                    <a:pt x="700303" y="3315551"/>
                  </a:lnTo>
                  <a:lnTo>
                    <a:pt x="3056521" y="2706268"/>
                  </a:lnTo>
                  <a:close/>
                </a:path>
                <a:path extrusionOk="0" h="3990340" w="3231515">
                  <a:moveTo>
                    <a:pt x="3091383" y="2841053"/>
                  </a:moveTo>
                  <a:lnTo>
                    <a:pt x="3088944" y="2831655"/>
                  </a:lnTo>
                  <a:lnTo>
                    <a:pt x="732777" y="3440938"/>
                  </a:lnTo>
                  <a:lnTo>
                    <a:pt x="735215" y="3450336"/>
                  </a:lnTo>
                  <a:lnTo>
                    <a:pt x="3091383" y="2841053"/>
                  </a:lnTo>
                  <a:close/>
                </a:path>
                <a:path extrusionOk="0" h="3990340" w="3231515">
                  <a:moveTo>
                    <a:pt x="3126308" y="2975953"/>
                  </a:moveTo>
                  <a:lnTo>
                    <a:pt x="3123857" y="2966504"/>
                  </a:lnTo>
                  <a:lnTo>
                    <a:pt x="767689" y="3575723"/>
                  </a:lnTo>
                  <a:lnTo>
                    <a:pt x="770140" y="3585222"/>
                  </a:lnTo>
                  <a:lnTo>
                    <a:pt x="3126308" y="2975953"/>
                  </a:lnTo>
                  <a:close/>
                </a:path>
                <a:path extrusionOk="0" h="3990340" w="3231515">
                  <a:moveTo>
                    <a:pt x="3161220" y="3110788"/>
                  </a:moveTo>
                  <a:lnTo>
                    <a:pt x="3158782" y="3101340"/>
                  </a:lnTo>
                  <a:lnTo>
                    <a:pt x="802614" y="3710571"/>
                  </a:lnTo>
                  <a:lnTo>
                    <a:pt x="805002" y="3720071"/>
                  </a:lnTo>
                  <a:lnTo>
                    <a:pt x="3161220" y="3110788"/>
                  </a:lnTo>
                  <a:close/>
                </a:path>
                <a:path extrusionOk="0" h="3990340" w="3231515">
                  <a:moveTo>
                    <a:pt x="3196082" y="3245624"/>
                  </a:moveTo>
                  <a:lnTo>
                    <a:pt x="3193643" y="3236188"/>
                  </a:lnTo>
                  <a:lnTo>
                    <a:pt x="837476" y="3845458"/>
                  </a:lnTo>
                  <a:lnTo>
                    <a:pt x="839914" y="3854907"/>
                  </a:lnTo>
                  <a:lnTo>
                    <a:pt x="3196082" y="3245624"/>
                  </a:lnTo>
                  <a:close/>
                </a:path>
                <a:path extrusionOk="0" h="3990340" w="3231515">
                  <a:moveTo>
                    <a:pt x="3230943" y="3380473"/>
                  </a:moveTo>
                  <a:lnTo>
                    <a:pt x="3228556" y="3371024"/>
                  </a:lnTo>
                  <a:lnTo>
                    <a:pt x="872337" y="3980307"/>
                  </a:lnTo>
                  <a:lnTo>
                    <a:pt x="874826" y="3989755"/>
                  </a:lnTo>
                  <a:lnTo>
                    <a:pt x="3230943" y="3380473"/>
                  </a:lnTo>
                  <a:close/>
                </a:path>
              </a:pathLst>
            </a:custGeom>
            <a:solidFill>
              <a:srgbClr val="C6C4C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2" name="Google Shape;462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246111" y="4079719"/>
              <a:ext cx="1205316" cy="35306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16"/>
            <p:cNvSpPr/>
            <p:nvPr/>
          </p:nvSpPr>
          <p:spPr>
            <a:xfrm>
              <a:off x="13980993" y="7129785"/>
              <a:ext cx="56515" cy="58419"/>
            </a:xfrm>
            <a:custGeom>
              <a:rect b="b" l="l" r="r" t="t"/>
              <a:pathLst>
                <a:path extrusionOk="0" h="58420" w="56515">
                  <a:moveTo>
                    <a:pt x="40454" y="58071"/>
                  </a:moveTo>
                  <a:lnTo>
                    <a:pt x="37469" y="57377"/>
                  </a:lnTo>
                  <a:lnTo>
                    <a:pt x="0" y="24210"/>
                  </a:lnTo>
                  <a:lnTo>
                    <a:pt x="31495" y="0"/>
                  </a:lnTo>
                  <a:lnTo>
                    <a:pt x="55986" y="42178"/>
                  </a:lnTo>
                  <a:lnTo>
                    <a:pt x="53368" y="53759"/>
                  </a:lnTo>
                  <a:lnTo>
                    <a:pt x="46972" y="57961"/>
                  </a:lnTo>
                  <a:lnTo>
                    <a:pt x="40454" y="58071"/>
                  </a:lnTo>
                  <a:close/>
                </a:path>
              </a:pathLst>
            </a:custGeom>
            <a:solidFill>
              <a:srgbClr val="908F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13747760" y="6857769"/>
              <a:ext cx="276225" cy="305435"/>
            </a:xfrm>
            <a:custGeom>
              <a:rect b="b" l="l" r="r" t="t"/>
              <a:pathLst>
                <a:path extrusionOk="0" h="305434" w="276225">
                  <a:moveTo>
                    <a:pt x="225847" y="304966"/>
                  </a:moveTo>
                  <a:lnTo>
                    <a:pt x="0" y="89133"/>
                  </a:lnTo>
                  <a:lnTo>
                    <a:pt x="108769" y="0"/>
                  </a:lnTo>
                  <a:lnTo>
                    <a:pt x="276078" y="263764"/>
                  </a:lnTo>
                  <a:lnTo>
                    <a:pt x="262066" y="283004"/>
                  </a:lnTo>
                  <a:lnTo>
                    <a:pt x="245484" y="295744"/>
                  </a:lnTo>
                  <a:lnTo>
                    <a:pt x="231641" y="302795"/>
                  </a:lnTo>
                  <a:lnTo>
                    <a:pt x="225847" y="304966"/>
                  </a:lnTo>
                  <a:close/>
                </a:path>
              </a:pathLst>
            </a:custGeom>
            <a:solidFill>
              <a:srgbClr val="BDBC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11771717" y="4465591"/>
              <a:ext cx="2091689" cy="2487295"/>
            </a:xfrm>
            <a:custGeom>
              <a:rect b="b" l="l" r="r" t="t"/>
              <a:pathLst>
                <a:path extrusionOk="0" h="2487295" w="2091690">
                  <a:moveTo>
                    <a:pt x="1969310" y="2486848"/>
                  </a:moveTo>
                  <a:lnTo>
                    <a:pt x="1852832" y="2393230"/>
                  </a:lnTo>
                  <a:lnTo>
                    <a:pt x="1775963" y="2321811"/>
                  </a:lnTo>
                  <a:lnTo>
                    <a:pt x="1733589" y="2276266"/>
                  </a:lnTo>
                  <a:lnTo>
                    <a:pt x="0" y="161819"/>
                  </a:lnTo>
                  <a:lnTo>
                    <a:pt x="197555" y="0"/>
                  </a:lnTo>
                  <a:lnTo>
                    <a:pt x="1931289" y="2114325"/>
                  </a:lnTo>
                  <a:lnTo>
                    <a:pt x="1967626" y="2164809"/>
                  </a:lnTo>
                  <a:lnTo>
                    <a:pt x="2022576" y="2254174"/>
                  </a:lnTo>
                  <a:lnTo>
                    <a:pt x="2091546" y="2386694"/>
                  </a:lnTo>
                  <a:lnTo>
                    <a:pt x="2054669" y="2438641"/>
                  </a:lnTo>
                  <a:lnTo>
                    <a:pt x="2014626" y="2469036"/>
                  </a:lnTo>
                  <a:lnTo>
                    <a:pt x="1982483" y="2483298"/>
                  </a:lnTo>
                  <a:lnTo>
                    <a:pt x="1969310" y="248684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12112036" y="4788145"/>
              <a:ext cx="1677670" cy="1990089"/>
            </a:xfrm>
            <a:custGeom>
              <a:rect b="b" l="l" r="r" t="t"/>
              <a:pathLst>
                <a:path extrusionOk="0" h="1990090" w="1677669">
                  <a:moveTo>
                    <a:pt x="1677483" y="1989826"/>
                  </a:moveTo>
                  <a:lnTo>
                    <a:pt x="1677266" y="1989826"/>
                  </a:lnTo>
                  <a:lnTo>
                    <a:pt x="1649236" y="1987645"/>
                  </a:lnTo>
                  <a:lnTo>
                    <a:pt x="1621069" y="1981418"/>
                  </a:lnTo>
                  <a:lnTo>
                    <a:pt x="1594052" y="1971619"/>
                  </a:lnTo>
                  <a:lnTo>
                    <a:pt x="1569474" y="1958721"/>
                  </a:lnTo>
                  <a:lnTo>
                    <a:pt x="0" y="44512"/>
                  </a:lnTo>
                  <a:lnTo>
                    <a:pt x="11356" y="34496"/>
                  </a:lnTo>
                  <a:lnTo>
                    <a:pt x="22834" y="23742"/>
                  </a:lnTo>
                  <a:lnTo>
                    <a:pt x="34394" y="12245"/>
                  </a:lnTo>
                  <a:lnTo>
                    <a:pt x="45994" y="0"/>
                  </a:lnTo>
                  <a:lnTo>
                    <a:pt x="1677483" y="1989826"/>
                  </a:lnTo>
                  <a:close/>
                </a:path>
              </a:pathLst>
            </a:custGeom>
            <a:solidFill>
              <a:srgbClr val="4145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11999248" y="4871580"/>
              <a:ext cx="1864360" cy="2080895"/>
            </a:xfrm>
            <a:custGeom>
              <a:rect b="b" l="l" r="r" t="t"/>
              <a:pathLst>
                <a:path extrusionOk="0" h="2080895" w="1864359">
                  <a:moveTo>
                    <a:pt x="1741779" y="2080859"/>
                  </a:moveTo>
                  <a:lnTo>
                    <a:pt x="1684645" y="2036632"/>
                  </a:lnTo>
                  <a:lnTo>
                    <a:pt x="1635942" y="1996394"/>
                  </a:lnTo>
                  <a:lnTo>
                    <a:pt x="1590234" y="1955924"/>
                  </a:lnTo>
                  <a:lnTo>
                    <a:pt x="1559978" y="1927263"/>
                  </a:lnTo>
                  <a:lnTo>
                    <a:pt x="1517452" y="1883266"/>
                  </a:lnTo>
                  <a:lnTo>
                    <a:pt x="1493070" y="1854279"/>
                  </a:lnTo>
                  <a:lnTo>
                    <a:pt x="0" y="33330"/>
                  </a:lnTo>
                  <a:lnTo>
                    <a:pt x="12438" y="27610"/>
                  </a:lnTo>
                  <a:lnTo>
                    <a:pt x="26934" y="20227"/>
                  </a:lnTo>
                  <a:lnTo>
                    <a:pt x="43222" y="11062"/>
                  </a:lnTo>
                  <a:lnTo>
                    <a:pt x="61036" y="0"/>
                  </a:lnTo>
                  <a:lnTo>
                    <a:pt x="1505451" y="1761671"/>
                  </a:lnTo>
                  <a:lnTo>
                    <a:pt x="1518447" y="1777661"/>
                  </a:lnTo>
                  <a:lnTo>
                    <a:pt x="1560833" y="1823188"/>
                  </a:lnTo>
                  <a:lnTo>
                    <a:pt x="1637706" y="1894588"/>
                  </a:lnTo>
                  <a:lnTo>
                    <a:pt x="1754160" y="1988197"/>
                  </a:lnTo>
                  <a:lnTo>
                    <a:pt x="1860143" y="1988197"/>
                  </a:lnTo>
                  <a:lnTo>
                    <a:pt x="1859400" y="1989554"/>
                  </a:lnTo>
                  <a:lnTo>
                    <a:pt x="1831478" y="2028156"/>
                  </a:lnTo>
                  <a:lnTo>
                    <a:pt x="1801091" y="2054294"/>
                  </a:lnTo>
                  <a:lnTo>
                    <a:pt x="1751662" y="2078362"/>
                  </a:lnTo>
                  <a:lnTo>
                    <a:pt x="1745417" y="2080208"/>
                  </a:lnTo>
                  <a:lnTo>
                    <a:pt x="1741779" y="2080859"/>
                  </a:lnTo>
                  <a:close/>
                </a:path>
                <a:path extrusionOk="0" h="2080895" w="1864359">
                  <a:moveTo>
                    <a:pt x="1860143" y="1988197"/>
                  </a:moveTo>
                  <a:lnTo>
                    <a:pt x="1754160" y="1988197"/>
                  </a:lnTo>
                  <a:lnTo>
                    <a:pt x="1762191" y="1986205"/>
                  </a:lnTo>
                  <a:lnTo>
                    <a:pt x="1782934" y="1978609"/>
                  </a:lnTo>
                  <a:lnTo>
                    <a:pt x="1811364" y="1962983"/>
                  </a:lnTo>
                  <a:lnTo>
                    <a:pt x="1842457" y="1936899"/>
                  </a:lnTo>
                  <a:lnTo>
                    <a:pt x="1847529" y="1947011"/>
                  </a:lnTo>
                  <a:lnTo>
                    <a:pt x="1852652" y="1957337"/>
                  </a:lnTo>
                  <a:lnTo>
                    <a:pt x="1857837" y="1967907"/>
                  </a:lnTo>
                  <a:lnTo>
                    <a:pt x="1863418" y="1979403"/>
                  </a:lnTo>
                  <a:lnTo>
                    <a:pt x="1863690" y="1980054"/>
                  </a:lnTo>
                  <a:lnTo>
                    <a:pt x="1864015" y="1980706"/>
                  </a:lnTo>
                  <a:lnTo>
                    <a:pt x="1862495" y="1983746"/>
                  </a:lnTo>
                  <a:lnTo>
                    <a:pt x="1860974" y="1986677"/>
                  </a:lnTo>
                  <a:lnTo>
                    <a:pt x="1860143" y="1988197"/>
                  </a:lnTo>
                  <a:close/>
                </a:path>
              </a:pathLst>
            </a:custGeom>
            <a:solidFill>
              <a:srgbClr val="2023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11692488" y="4376349"/>
              <a:ext cx="518159" cy="537845"/>
            </a:xfrm>
            <a:custGeom>
              <a:rect b="b" l="l" r="r" t="t"/>
              <a:pathLst>
                <a:path extrusionOk="0" h="537845" w="518159">
                  <a:moveTo>
                    <a:pt x="283191" y="537626"/>
                  </a:moveTo>
                  <a:lnTo>
                    <a:pt x="0" y="192273"/>
                  </a:lnTo>
                  <a:lnTo>
                    <a:pt x="10829" y="173734"/>
                  </a:lnTo>
                  <a:lnTo>
                    <a:pt x="48431" y="126813"/>
                  </a:lnTo>
                  <a:lnTo>
                    <a:pt x="120479" y="64554"/>
                  </a:lnTo>
                  <a:lnTo>
                    <a:pt x="234644" y="0"/>
                  </a:lnTo>
                  <a:lnTo>
                    <a:pt x="517782" y="345407"/>
                  </a:lnTo>
                  <a:lnTo>
                    <a:pt x="437279" y="440366"/>
                  </a:lnTo>
                  <a:lnTo>
                    <a:pt x="361510" y="499227"/>
                  </a:lnTo>
                  <a:lnTo>
                    <a:pt x="305230" y="529233"/>
                  </a:lnTo>
                  <a:lnTo>
                    <a:pt x="283191" y="537626"/>
                  </a:lnTo>
                  <a:close/>
                </a:path>
              </a:pathLst>
            </a:custGeom>
            <a:solidFill>
              <a:srgbClr val="2189B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11856365" y="4386287"/>
              <a:ext cx="340995" cy="398780"/>
            </a:xfrm>
            <a:custGeom>
              <a:rect b="b" l="l" r="r" t="t"/>
              <a:pathLst>
                <a:path extrusionOk="0" h="398779" w="340995">
                  <a:moveTo>
                    <a:pt x="319151" y="381241"/>
                  </a:moveTo>
                  <a:lnTo>
                    <a:pt x="19494" y="15798"/>
                  </a:lnTo>
                  <a:lnTo>
                    <a:pt x="12763" y="19380"/>
                  </a:lnTo>
                  <a:lnTo>
                    <a:pt x="0" y="26657"/>
                  </a:lnTo>
                  <a:lnTo>
                    <a:pt x="304647" y="398233"/>
                  </a:lnTo>
                  <a:lnTo>
                    <a:pt x="309537" y="392849"/>
                  </a:lnTo>
                  <a:lnTo>
                    <a:pt x="319151" y="381241"/>
                  </a:lnTo>
                  <a:close/>
                </a:path>
                <a:path extrusionOk="0" h="398779" w="340995">
                  <a:moveTo>
                    <a:pt x="340487" y="353822"/>
                  </a:moveTo>
                  <a:lnTo>
                    <a:pt x="50393" y="0"/>
                  </a:lnTo>
                  <a:lnTo>
                    <a:pt x="35788" y="7378"/>
                  </a:lnTo>
                  <a:lnTo>
                    <a:pt x="330492" y="366852"/>
                  </a:lnTo>
                  <a:lnTo>
                    <a:pt x="337223" y="358330"/>
                  </a:lnTo>
                  <a:lnTo>
                    <a:pt x="340487" y="353822"/>
                  </a:lnTo>
                  <a:close/>
                </a:path>
              </a:pathLst>
            </a:custGeom>
            <a:solidFill>
              <a:srgbClr val="3D9DC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11692488" y="4490887"/>
              <a:ext cx="465455" cy="423545"/>
            </a:xfrm>
            <a:custGeom>
              <a:rect b="b" l="l" r="r" t="t"/>
              <a:pathLst>
                <a:path extrusionOk="0" h="423545" w="465454">
                  <a:moveTo>
                    <a:pt x="283191" y="423087"/>
                  </a:moveTo>
                  <a:lnTo>
                    <a:pt x="0" y="77734"/>
                  </a:lnTo>
                  <a:lnTo>
                    <a:pt x="3153" y="71771"/>
                  </a:lnTo>
                  <a:lnTo>
                    <a:pt x="13460" y="55355"/>
                  </a:lnTo>
                  <a:lnTo>
                    <a:pt x="32187" y="30695"/>
                  </a:lnTo>
                  <a:lnTo>
                    <a:pt x="60602" y="0"/>
                  </a:lnTo>
                  <a:lnTo>
                    <a:pt x="85434" y="44895"/>
                  </a:lnTo>
                  <a:lnTo>
                    <a:pt x="115175" y="87214"/>
                  </a:lnTo>
                  <a:lnTo>
                    <a:pt x="149217" y="126672"/>
                  </a:lnTo>
                  <a:lnTo>
                    <a:pt x="186950" y="162979"/>
                  </a:lnTo>
                  <a:lnTo>
                    <a:pt x="227765" y="195850"/>
                  </a:lnTo>
                  <a:lnTo>
                    <a:pt x="271054" y="224996"/>
                  </a:lnTo>
                  <a:lnTo>
                    <a:pt x="316205" y="250130"/>
                  </a:lnTo>
                  <a:lnTo>
                    <a:pt x="362612" y="270966"/>
                  </a:lnTo>
                  <a:lnTo>
                    <a:pt x="409664" y="287215"/>
                  </a:lnTo>
                  <a:lnTo>
                    <a:pt x="451389" y="296200"/>
                  </a:lnTo>
                  <a:lnTo>
                    <a:pt x="464836" y="297692"/>
                  </a:lnTo>
                  <a:lnTo>
                    <a:pt x="398264" y="358804"/>
                  </a:lnTo>
                  <a:lnTo>
                    <a:pt x="340067" y="397296"/>
                  </a:lnTo>
                  <a:lnTo>
                    <a:pt x="298843" y="417334"/>
                  </a:lnTo>
                  <a:lnTo>
                    <a:pt x="283191" y="423087"/>
                  </a:lnTo>
                  <a:close/>
                </a:path>
              </a:pathLst>
            </a:custGeom>
            <a:solidFill>
              <a:srgbClr val="1A668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11790288" y="4495610"/>
              <a:ext cx="278765" cy="245745"/>
            </a:xfrm>
            <a:custGeom>
              <a:rect b="b" l="l" r="r" t="t"/>
              <a:pathLst>
                <a:path extrusionOk="0" h="245745" w="278765">
                  <a:moveTo>
                    <a:pt x="43822" y="245688"/>
                  </a:moveTo>
                  <a:lnTo>
                    <a:pt x="0" y="192218"/>
                  </a:lnTo>
                  <a:lnTo>
                    <a:pt x="234644" y="0"/>
                  </a:lnTo>
                  <a:lnTo>
                    <a:pt x="278413" y="53469"/>
                  </a:lnTo>
                  <a:lnTo>
                    <a:pt x="43822" y="24568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1826101" y="4507912"/>
              <a:ext cx="766445" cy="903605"/>
            </a:xfrm>
            <a:custGeom>
              <a:rect b="b" l="l" r="r" t="t"/>
              <a:pathLst>
                <a:path extrusionOk="0" h="903604" w="766445">
                  <a:moveTo>
                    <a:pt x="697174" y="903573"/>
                  </a:moveTo>
                  <a:lnTo>
                    <a:pt x="678352" y="901505"/>
                  </a:lnTo>
                  <a:lnTo>
                    <a:pt x="664103" y="891794"/>
                  </a:lnTo>
                  <a:lnTo>
                    <a:pt x="6761" y="90077"/>
                  </a:lnTo>
                  <a:lnTo>
                    <a:pt x="0" y="74188"/>
                  </a:lnTo>
                  <a:lnTo>
                    <a:pt x="1663" y="55342"/>
                  </a:lnTo>
                  <a:lnTo>
                    <a:pt x="11076" y="35855"/>
                  </a:lnTo>
                  <a:lnTo>
                    <a:pt x="27559" y="18042"/>
                  </a:lnTo>
                  <a:lnTo>
                    <a:pt x="48276" y="5395"/>
                  </a:lnTo>
                  <a:lnTo>
                    <a:pt x="69237" y="0"/>
                  </a:lnTo>
                  <a:lnTo>
                    <a:pt x="88040" y="2065"/>
                  </a:lnTo>
                  <a:lnTo>
                    <a:pt x="102281" y="11799"/>
                  </a:lnTo>
                  <a:lnTo>
                    <a:pt x="759622" y="813516"/>
                  </a:lnTo>
                  <a:lnTo>
                    <a:pt x="766362" y="829405"/>
                  </a:lnTo>
                  <a:lnTo>
                    <a:pt x="764707" y="848251"/>
                  </a:lnTo>
                  <a:lnTo>
                    <a:pt x="755323" y="867738"/>
                  </a:lnTo>
                  <a:lnTo>
                    <a:pt x="738879" y="885551"/>
                  </a:lnTo>
                  <a:lnTo>
                    <a:pt x="718153" y="898191"/>
                  </a:lnTo>
                  <a:lnTo>
                    <a:pt x="697174" y="903573"/>
                  </a:lnTo>
                  <a:close/>
                </a:path>
              </a:pathLst>
            </a:custGeom>
            <a:solidFill>
              <a:srgbClr val="175C7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4978926" y="7414232"/>
              <a:ext cx="40005" cy="57150"/>
            </a:xfrm>
            <a:custGeom>
              <a:rect b="b" l="l" r="r" t="t"/>
              <a:pathLst>
                <a:path extrusionOk="0" h="57150" w="40005">
                  <a:moveTo>
                    <a:pt x="22529" y="56680"/>
                  </a:moveTo>
                  <a:lnTo>
                    <a:pt x="14940" y="55871"/>
                  </a:lnTo>
                  <a:lnTo>
                    <a:pt x="9845" y="51825"/>
                  </a:lnTo>
                  <a:lnTo>
                    <a:pt x="7982" y="49398"/>
                  </a:lnTo>
                  <a:lnTo>
                    <a:pt x="0" y="0"/>
                  </a:lnTo>
                  <a:lnTo>
                    <a:pt x="39695" y="1194"/>
                  </a:lnTo>
                  <a:lnTo>
                    <a:pt x="31876" y="49398"/>
                  </a:lnTo>
                  <a:lnTo>
                    <a:pt x="22529" y="56680"/>
                  </a:lnTo>
                  <a:close/>
                </a:path>
              </a:pathLst>
            </a:custGeom>
            <a:solidFill>
              <a:srgbClr val="908F8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14929835" y="7106280"/>
              <a:ext cx="140970" cy="316230"/>
            </a:xfrm>
            <a:custGeom>
              <a:rect b="b" l="l" r="r" t="t"/>
              <a:pathLst>
                <a:path extrusionOk="0" h="316229" w="140969">
                  <a:moveTo>
                    <a:pt x="79773" y="315991"/>
                  </a:moveTo>
                  <a:lnTo>
                    <a:pt x="58864" y="315327"/>
                  </a:lnTo>
                  <a:lnTo>
                    <a:pt x="43698" y="312006"/>
                  </a:lnTo>
                  <a:lnTo>
                    <a:pt x="37849" y="310014"/>
                  </a:lnTo>
                  <a:lnTo>
                    <a:pt x="0" y="0"/>
                  </a:lnTo>
                  <a:lnTo>
                    <a:pt x="140645" y="0"/>
                  </a:lnTo>
                  <a:lnTo>
                    <a:pt x="102850" y="310014"/>
                  </a:lnTo>
                  <a:lnTo>
                    <a:pt x="79773" y="315991"/>
                  </a:lnTo>
                  <a:close/>
                </a:path>
              </a:pathLst>
            </a:custGeom>
            <a:solidFill>
              <a:srgbClr val="BDBCB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14872349" y="4060200"/>
              <a:ext cx="255904" cy="3063240"/>
            </a:xfrm>
            <a:custGeom>
              <a:rect b="b" l="l" r="r" t="t"/>
              <a:pathLst>
                <a:path extrusionOk="0" h="3063240" w="255905">
                  <a:moveTo>
                    <a:pt x="145374" y="3062888"/>
                  </a:moveTo>
                  <a:lnTo>
                    <a:pt x="95118" y="3061021"/>
                  </a:lnTo>
                  <a:lnTo>
                    <a:pt x="48743" y="3046079"/>
                  </a:lnTo>
                  <a:lnTo>
                    <a:pt x="18071" y="2899885"/>
                  </a:lnTo>
                  <a:lnTo>
                    <a:pt x="3909" y="2795946"/>
                  </a:lnTo>
                  <a:lnTo>
                    <a:pt x="0" y="2733870"/>
                  </a:lnTo>
                  <a:lnTo>
                    <a:pt x="87" y="0"/>
                  </a:lnTo>
                  <a:lnTo>
                    <a:pt x="255475" y="0"/>
                  </a:lnTo>
                  <a:lnTo>
                    <a:pt x="255578" y="2733870"/>
                  </a:lnTo>
                  <a:lnTo>
                    <a:pt x="251695" y="2795946"/>
                  </a:lnTo>
                  <a:lnTo>
                    <a:pt x="237537" y="2899885"/>
                  </a:lnTo>
                  <a:lnTo>
                    <a:pt x="206820" y="3046079"/>
                  </a:lnTo>
                  <a:lnTo>
                    <a:pt x="145374" y="3062888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15005480" y="4429275"/>
              <a:ext cx="64135" cy="2573020"/>
            </a:xfrm>
            <a:custGeom>
              <a:rect b="b" l="l" r="r" t="t"/>
              <a:pathLst>
                <a:path extrusionOk="0" h="2573020" w="64134">
                  <a:moveTo>
                    <a:pt x="63806" y="2572779"/>
                  </a:moveTo>
                  <a:lnTo>
                    <a:pt x="43458" y="2553311"/>
                  </a:lnTo>
                  <a:lnTo>
                    <a:pt x="25570" y="2530628"/>
                  </a:lnTo>
                  <a:lnTo>
                    <a:pt x="10847" y="2505908"/>
                  </a:lnTo>
                  <a:lnTo>
                    <a:pt x="0" y="2480334"/>
                  </a:lnTo>
                  <a:lnTo>
                    <a:pt x="0" y="5265"/>
                  </a:lnTo>
                  <a:lnTo>
                    <a:pt x="15147" y="4709"/>
                  </a:lnTo>
                  <a:lnTo>
                    <a:pt x="30844" y="3670"/>
                  </a:lnTo>
                  <a:lnTo>
                    <a:pt x="47070" y="2112"/>
                  </a:lnTo>
                  <a:lnTo>
                    <a:pt x="63806" y="0"/>
                  </a:lnTo>
                  <a:lnTo>
                    <a:pt x="63806" y="2572779"/>
                  </a:lnTo>
                  <a:close/>
                </a:path>
              </a:pathLst>
            </a:custGeom>
            <a:solidFill>
              <a:srgbClr val="41455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14872274" y="4419016"/>
              <a:ext cx="218440" cy="2705100"/>
            </a:xfrm>
            <a:custGeom>
              <a:rect b="b" l="l" r="r" t="t"/>
              <a:pathLst>
                <a:path extrusionOk="0" h="2705100" w="218440">
                  <a:moveTo>
                    <a:pt x="127232" y="2704960"/>
                  </a:moveTo>
                  <a:lnTo>
                    <a:pt x="82588" y="2699545"/>
                  </a:lnTo>
                  <a:lnTo>
                    <a:pt x="48438" y="2685581"/>
                  </a:lnTo>
                  <a:lnTo>
                    <a:pt x="48004" y="2683898"/>
                  </a:lnTo>
                  <a:lnTo>
                    <a:pt x="32303" y="2614903"/>
                  </a:lnTo>
                  <a:lnTo>
                    <a:pt x="19494" y="2548948"/>
                  </a:lnTo>
                  <a:lnTo>
                    <a:pt x="12634" y="2506692"/>
                  </a:lnTo>
                  <a:lnTo>
                    <a:pt x="4457" y="2441952"/>
                  </a:lnTo>
                  <a:lnTo>
                    <a:pt x="1520" y="2406399"/>
                  </a:lnTo>
                  <a:lnTo>
                    <a:pt x="756" y="2393238"/>
                  </a:lnTo>
                  <a:lnTo>
                    <a:pt x="291" y="2382005"/>
                  </a:lnTo>
                  <a:lnTo>
                    <a:pt x="78" y="2373347"/>
                  </a:lnTo>
                  <a:lnTo>
                    <a:pt x="0" y="2358032"/>
                  </a:lnTo>
                  <a:lnTo>
                    <a:pt x="162" y="2354450"/>
                  </a:lnTo>
                  <a:lnTo>
                    <a:pt x="162" y="0"/>
                  </a:lnTo>
                  <a:lnTo>
                    <a:pt x="13418" y="3413"/>
                  </a:lnTo>
                  <a:lnTo>
                    <a:pt x="29317" y="6873"/>
                  </a:lnTo>
                  <a:lnTo>
                    <a:pt x="47730" y="10099"/>
                  </a:lnTo>
                  <a:lnTo>
                    <a:pt x="68530" y="12810"/>
                  </a:lnTo>
                  <a:lnTo>
                    <a:pt x="68435" y="2311271"/>
                  </a:lnTo>
                  <a:lnTo>
                    <a:pt x="72291" y="2372697"/>
                  </a:lnTo>
                  <a:lnTo>
                    <a:pt x="72332" y="2373347"/>
                  </a:lnTo>
                  <a:lnTo>
                    <a:pt x="86491" y="2477286"/>
                  </a:lnTo>
                  <a:lnTo>
                    <a:pt x="117186" y="2623480"/>
                  </a:lnTo>
                  <a:lnTo>
                    <a:pt x="163531" y="2638320"/>
                  </a:lnTo>
                  <a:lnTo>
                    <a:pt x="195491" y="2641068"/>
                  </a:lnTo>
                  <a:lnTo>
                    <a:pt x="217720" y="2641068"/>
                  </a:lnTo>
                  <a:lnTo>
                    <a:pt x="214274" y="2656261"/>
                  </a:lnTo>
                  <a:lnTo>
                    <a:pt x="212323" y="2664696"/>
                  </a:lnTo>
                  <a:lnTo>
                    <a:pt x="210316" y="2673258"/>
                  </a:lnTo>
                  <a:lnTo>
                    <a:pt x="209176" y="2677872"/>
                  </a:lnTo>
                  <a:lnTo>
                    <a:pt x="208166" y="2682215"/>
                  </a:lnTo>
                  <a:lnTo>
                    <a:pt x="160731" y="2701913"/>
                  </a:lnTo>
                  <a:lnTo>
                    <a:pt x="143470" y="2704248"/>
                  </a:lnTo>
                  <a:lnTo>
                    <a:pt x="127232" y="2704960"/>
                  </a:lnTo>
                  <a:close/>
                </a:path>
                <a:path extrusionOk="0" h="2705100" w="218440">
                  <a:moveTo>
                    <a:pt x="217720" y="2641068"/>
                  </a:moveTo>
                  <a:lnTo>
                    <a:pt x="202660" y="2641068"/>
                  </a:lnTo>
                  <a:lnTo>
                    <a:pt x="210208" y="2640634"/>
                  </a:lnTo>
                  <a:lnTo>
                    <a:pt x="218027" y="2639711"/>
                  </a:lnTo>
                  <a:lnTo>
                    <a:pt x="217818" y="2640634"/>
                  </a:lnTo>
                  <a:lnTo>
                    <a:pt x="217720" y="2641068"/>
                  </a:lnTo>
                  <a:close/>
                </a:path>
              </a:pathLst>
            </a:custGeom>
            <a:solidFill>
              <a:srgbClr val="20232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14848489" y="3942078"/>
              <a:ext cx="303530" cy="491490"/>
            </a:xfrm>
            <a:custGeom>
              <a:rect b="b" l="l" r="r" t="t"/>
              <a:pathLst>
                <a:path extrusionOk="0" h="491489" w="303530">
                  <a:moveTo>
                    <a:pt x="180868" y="491401"/>
                  </a:moveTo>
                  <a:lnTo>
                    <a:pt x="84923" y="488907"/>
                  </a:lnTo>
                  <a:lnTo>
                    <a:pt x="22365" y="476439"/>
                  </a:lnTo>
                  <a:lnTo>
                    <a:pt x="0" y="468958"/>
                  </a:lnTo>
                  <a:lnTo>
                    <a:pt x="0" y="22420"/>
                  </a:lnTo>
                  <a:lnTo>
                    <a:pt x="20127" y="14946"/>
                  </a:lnTo>
                  <a:lnTo>
                    <a:pt x="78957" y="2491"/>
                  </a:lnTo>
                  <a:lnTo>
                    <a:pt x="174155" y="0"/>
                  </a:lnTo>
                  <a:lnTo>
                    <a:pt x="303392" y="22420"/>
                  </a:lnTo>
                  <a:lnTo>
                    <a:pt x="303392" y="468958"/>
                  </a:lnTo>
                  <a:lnTo>
                    <a:pt x="180868" y="491401"/>
                  </a:lnTo>
                  <a:close/>
                </a:path>
              </a:pathLst>
            </a:custGeom>
            <a:solidFill>
              <a:srgbClr val="EC38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15073948" y="3947946"/>
              <a:ext cx="55880" cy="480695"/>
            </a:xfrm>
            <a:custGeom>
              <a:rect b="b" l="l" r="r" t="t"/>
              <a:pathLst>
                <a:path extrusionOk="0" h="480695" w="55880">
                  <a:moveTo>
                    <a:pt x="21945" y="3962"/>
                  </a:moveTo>
                  <a:lnTo>
                    <a:pt x="0" y="0"/>
                  </a:lnTo>
                  <a:lnTo>
                    <a:pt x="0" y="480415"/>
                  </a:lnTo>
                  <a:lnTo>
                    <a:pt x="7112" y="479323"/>
                  </a:lnTo>
                  <a:lnTo>
                    <a:pt x="21945" y="476453"/>
                  </a:lnTo>
                  <a:lnTo>
                    <a:pt x="21945" y="3962"/>
                  </a:lnTo>
                  <a:close/>
                </a:path>
                <a:path extrusionOk="0" h="480695" w="55880">
                  <a:moveTo>
                    <a:pt x="55829" y="11290"/>
                  </a:moveTo>
                  <a:lnTo>
                    <a:pt x="39865" y="7759"/>
                  </a:lnTo>
                  <a:lnTo>
                    <a:pt x="39865" y="472541"/>
                  </a:lnTo>
                  <a:lnTo>
                    <a:pt x="55829" y="468795"/>
                  </a:lnTo>
                  <a:lnTo>
                    <a:pt x="55829" y="11290"/>
                  </a:lnTo>
                  <a:close/>
                </a:path>
              </a:pathLst>
            </a:custGeom>
            <a:solidFill>
              <a:srgbClr val="EF52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14848489" y="3942784"/>
              <a:ext cx="220345" cy="492125"/>
            </a:xfrm>
            <a:custGeom>
              <a:rect b="b" l="l" r="r" t="t"/>
              <a:pathLst>
                <a:path extrusionOk="0" h="492125" w="220344">
                  <a:moveTo>
                    <a:pt x="145478" y="491702"/>
                  </a:moveTo>
                  <a:lnTo>
                    <a:pt x="84878" y="488038"/>
                  </a:lnTo>
                  <a:lnTo>
                    <a:pt x="39078" y="479977"/>
                  </a:lnTo>
                  <a:lnTo>
                    <a:pt x="10108" y="471915"/>
                  </a:lnTo>
                  <a:lnTo>
                    <a:pt x="0" y="468251"/>
                  </a:lnTo>
                  <a:lnTo>
                    <a:pt x="0" y="21713"/>
                  </a:lnTo>
                  <a:lnTo>
                    <a:pt x="6213" y="19107"/>
                  </a:lnTo>
                  <a:lnTo>
                    <a:pt x="24579" y="12953"/>
                  </a:lnTo>
                  <a:lnTo>
                    <a:pt x="54684" y="5751"/>
                  </a:lnTo>
                  <a:lnTo>
                    <a:pt x="96116" y="0"/>
                  </a:lnTo>
                  <a:lnTo>
                    <a:pt x="86853" y="50465"/>
                  </a:lnTo>
                  <a:lnTo>
                    <a:pt x="83017" y="102044"/>
                  </a:lnTo>
                  <a:lnTo>
                    <a:pt x="84321" y="154129"/>
                  </a:lnTo>
                  <a:lnTo>
                    <a:pt x="90475" y="206114"/>
                  </a:lnTo>
                  <a:lnTo>
                    <a:pt x="101193" y="257392"/>
                  </a:lnTo>
                  <a:lnTo>
                    <a:pt x="116185" y="307354"/>
                  </a:lnTo>
                  <a:lnTo>
                    <a:pt x="135163" y="355395"/>
                  </a:lnTo>
                  <a:lnTo>
                    <a:pt x="157839" y="400906"/>
                  </a:lnTo>
                  <a:lnTo>
                    <a:pt x="183925" y="443281"/>
                  </a:lnTo>
                  <a:lnTo>
                    <a:pt x="210568" y="476747"/>
                  </a:lnTo>
                  <a:lnTo>
                    <a:pt x="220037" y="486436"/>
                  </a:lnTo>
                  <a:lnTo>
                    <a:pt x="200269" y="488839"/>
                  </a:lnTo>
                  <a:lnTo>
                    <a:pt x="181230" y="490474"/>
                  </a:lnTo>
                  <a:lnTo>
                    <a:pt x="162955" y="491406"/>
                  </a:lnTo>
                  <a:lnTo>
                    <a:pt x="145478" y="491702"/>
                  </a:lnTo>
                  <a:close/>
                </a:path>
              </a:pathLst>
            </a:custGeom>
            <a:solidFill>
              <a:srgbClr val="B0293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14848489" y="4118664"/>
              <a:ext cx="303530" cy="69215"/>
            </a:xfrm>
            <a:custGeom>
              <a:rect b="b" l="l" r="r" t="t"/>
              <a:pathLst>
                <a:path extrusionOk="0" h="69214" w="303530">
                  <a:moveTo>
                    <a:pt x="303392" y="69157"/>
                  </a:moveTo>
                  <a:lnTo>
                    <a:pt x="0" y="69157"/>
                  </a:lnTo>
                  <a:lnTo>
                    <a:pt x="0" y="0"/>
                  </a:lnTo>
                  <a:lnTo>
                    <a:pt x="303392" y="0"/>
                  </a:lnTo>
                  <a:lnTo>
                    <a:pt x="303392" y="69157"/>
                  </a:lnTo>
                  <a:close/>
                </a:path>
              </a:pathLst>
            </a:custGeom>
            <a:solidFill>
              <a:srgbClr val="292E3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14938415" y="4033601"/>
              <a:ext cx="123825" cy="1122045"/>
            </a:xfrm>
            <a:custGeom>
              <a:rect b="b" l="l" r="r" t="t"/>
              <a:pathLst>
                <a:path extrusionOk="0" h="1122045" w="123825">
                  <a:moveTo>
                    <a:pt x="61742" y="1121719"/>
                  </a:moveTo>
                  <a:lnTo>
                    <a:pt x="37708" y="1118375"/>
                  </a:lnTo>
                  <a:lnTo>
                    <a:pt x="18083" y="1109255"/>
                  </a:lnTo>
                  <a:lnTo>
                    <a:pt x="4851" y="1095727"/>
                  </a:lnTo>
                  <a:lnTo>
                    <a:pt x="0" y="1079161"/>
                  </a:lnTo>
                  <a:lnTo>
                    <a:pt x="0" y="42558"/>
                  </a:lnTo>
                  <a:lnTo>
                    <a:pt x="4851" y="25992"/>
                  </a:lnTo>
                  <a:lnTo>
                    <a:pt x="18083" y="12464"/>
                  </a:lnTo>
                  <a:lnTo>
                    <a:pt x="37708" y="3344"/>
                  </a:lnTo>
                  <a:lnTo>
                    <a:pt x="61742" y="0"/>
                  </a:lnTo>
                  <a:lnTo>
                    <a:pt x="85777" y="3344"/>
                  </a:lnTo>
                  <a:lnTo>
                    <a:pt x="105402" y="12464"/>
                  </a:lnTo>
                  <a:lnTo>
                    <a:pt x="118634" y="25992"/>
                  </a:lnTo>
                  <a:lnTo>
                    <a:pt x="123485" y="42558"/>
                  </a:lnTo>
                  <a:lnTo>
                    <a:pt x="123485" y="1079161"/>
                  </a:lnTo>
                  <a:lnTo>
                    <a:pt x="118634" y="1095727"/>
                  </a:lnTo>
                  <a:lnTo>
                    <a:pt x="105402" y="1109255"/>
                  </a:lnTo>
                  <a:lnTo>
                    <a:pt x="85777" y="1118375"/>
                  </a:lnTo>
                  <a:lnTo>
                    <a:pt x="61742" y="1121719"/>
                  </a:lnTo>
                  <a:close/>
                </a:path>
              </a:pathLst>
            </a:custGeom>
            <a:solidFill>
              <a:srgbClr val="A61D23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16"/>
          <p:cNvSpPr txBox="1"/>
          <p:nvPr>
            <p:ph type="title"/>
          </p:nvPr>
        </p:nvSpPr>
        <p:spPr>
          <a:xfrm>
            <a:off x="1016000" y="1551105"/>
            <a:ext cx="10109835" cy="1709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NANO</a:t>
            </a:r>
            <a:endParaRPr/>
          </a:p>
        </p:txBody>
      </p:sp>
      <p:sp>
        <p:nvSpPr>
          <p:cNvPr id="484" name="Google Shape;484;p16"/>
          <p:cNvSpPr txBox="1"/>
          <p:nvPr/>
        </p:nvSpPr>
        <p:spPr>
          <a:xfrm>
            <a:off x="1416049" y="4117866"/>
            <a:ext cx="5960700" cy="27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 Text Editor which can be opened in Terminal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used to make quick edits to text files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1607500" y="8900794"/>
            <a:ext cx="21153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nano</a:t>
            </a:r>
            <a:endParaRPr b="1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g3829e3d6160_0_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763" y="0"/>
            <a:ext cx="9605235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g3829e3d6160_0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35014"/>
            <a:ext cx="8403083" cy="265198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829e3d6160_0_143"/>
          <p:cNvSpPr txBox="1"/>
          <p:nvPr>
            <p:ph type="title"/>
          </p:nvPr>
        </p:nvSpPr>
        <p:spPr>
          <a:xfrm>
            <a:off x="1016000" y="1551105"/>
            <a:ext cx="101097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CAT</a:t>
            </a:r>
            <a:endParaRPr/>
          </a:p>
        </p:txBody>
      </p:sp>
      <p:sp>
        <p:nvSpPr>
          <p:cNvPr id="493" name="Google Shape;493;g3829e3d6160_0_143"/>
          <p:cNvSpPr txBox="1"/>
          <p:nvPr/>
        </p:nvSpPr>
        <p:spPr>
          <a:xfrm>
            <a:off x="1434374" y="3714891"/>
            <a:ext cx="59607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Functionalities: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829e3d6160_0_143"/>
          <p:cNvSpPr txBox="1"/>
          <p:nvPr/>
        </p:nvSpPr>
        <p:spPr>
          <a:xfrm>
            <a:off x="457925" y="8133375"/>
            <a:ext cx="5110500" cy="1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cat &gt;file1.txt (create)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 file1.txt (view)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 file1.txt &gt; file2.txt (write)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 file1.txt &gt;&gt; file2.txt (append)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 &gt;&gt; file1.txt (append from terminal)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829e3d6160_0_143"/>
          <p:cNvSpPr txBox="1"/>
          <p:nvPr/>
        </p:nvSpPr>
        <p:spPr>
          <a:xfrm>
            <a:off x="1434375" y="4169066"/>
            <a:ext cx="59607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a new file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View file contents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5080" rtl="0" algn="l">
              <a:lnSpc>
                <a:spcPct val="115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Edit the file contents (write, append)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829e3d6160_0_143"/>
          <p:cNvSpPr txBox="1"/>
          <p:nvPr/>
        </p:nvSpPr>
        <p:spPr>
          <a:xfrm>
            <a:off x="10953750" y="4451100"/>
            <a:ext cx="9183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onc</a:t>
            </a:r>
            <a:r>
              <a:rPr b="0" i="0" lang="en-US" sz="9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tena</a:t>
            </a:r>
            <a:r>
              <a:rPr b="0" i="0" lang="en-US" sz="9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endParaRPr b="0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g3275774ac70_0_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89185" y="0"/>
            <a:ext cx="6298152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g3275774ac70_0_100"/>
          <p:cNvSpPr txBox="1"/>
          <p:nvPr>
            <p:ph type="title"/>
          </p:nvPr>
        </p:nvSpPr>
        <p:spPr>
          <a:xfrm>
            <a:off x="1016000" y="1551105"/>
            <a:ext cx="10109700" cy="1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12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SSH</a:t>
            </a:r>
            <a:endParaRPr/>
          </a:p>
        </p:txBody>
      </p:sp>
      <p:sp>
        <p:nvSpPr>
          <p:cNvPr id="503" name="Google Shape;503;g3275774ac70_0_100"/>
          <p:cNvSpPr txBox="1"/>
          <p:nvPr/>
        </p:nvSpPr>
        <p:spPr>
          <a:xfrm>
            <a:off x="1455500" y="3404650"/>
            <a:ext cx="96702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SSH (Secure Shell) is a secure protocol to connect and communicate with remote computers or servers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uses encryption to protect all data sent between computers, making it safe to use over the internet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can be used to connect to the university DICE machines and work remotely from your personal computer!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4" name="Google Shape;504;g3275774ac70_0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024975"/>
            <a:ext cx="10438876" cy="2262024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g3275774ac70_0_100"/>
          <p:cNvSpPr txBox="1"/>
          <p:nvPr/>
        </p:nvSpPr>
        <p:spPr>
          <a:xfrm>
            <a:off x="620600" y="8957225"/>
            <a:ext cx="7963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Example: ssh username@student.ssh.inf.ed.ac.uk</a:t>
            </a:r>
            <a:endParaRPr b="1" i="0" sz="2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g3275774ac70_0_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46750" y="3580505"/>
            <a:ext cx="4452833" cy="3427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873e7e24e9_0_7"/>
          <p:cNvSpPr txBox="1"/>
          <p:nvPr>
            <p:ph type="title"/>
          </p:nvPr>
        </p:nvSpPr>
        <p:spPr>
          <a:xfrm>
            <a:off x="1016000" y="1551105"/>
            <a:ext cx="10109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Others</a:t>
            </a:r>
            <a:endParaRPr/>
          </a:p>
        </p:txBody>
      </p:sp>
      <p:sp>
        <p:nvSpPr>
          <p:cNvPr id="512" name="Google Shape;512;g3873e7e24e9_0_7"/>
          <p:cNvSpPr txBox="1"/>
          <p:nvPr/>
        </p:nvSpPr>
        <p:spPr>
          <a:xfrm>
            <a:off x="2134300" y="3404650"/>
            <a:ext cx="8991300" cy="3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Sleep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kill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fg and bg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clear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CTRL+C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Char char="●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CTRL+Z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3" name="Google Shape;513;g3873e7e24e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2763" y="0"/>
            <a:ext cx="9605235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873e7e24e9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35014"/>
            <a:ext cx="8403083" cy="2651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2216" y="0"/>
            <a:ext cx="3645783" cy="6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34683"/>
            <a:ext cx="3646461" cy="685231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18"/>
          <p:cNvSpPr txBox="1"/>
          <p:nvPr>
            <p:ph type="ctrTitle"/>
          </p:nvPr>
        </p:nvSpPr>
        <p:spPr>
          <a:xfrm>
            <a:off x="3816944" y="3307715"/>
            <a:ext cx="100467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548640" lvl="0" marL="1500505" marR="5080" rtl="0" algn="l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600"/>
              <a:t>TIME FOR EXERCISES</a:t>
            </a:r>
            <a:endParaRPr sz="9600"/>
          </a:p>
        </p:txBody>
      </p:sp>
      <p:sp>
        <p:nvSpPr>
          <p:cNvPr id="522" name="Google Shape;522;p18"/>
          <p:cNvSpPr txBox="1"/>
          <p:nvPr/>
        </p:nvSpPr>
        <p:spPr>
          <a:xfrm>
            <a:off x="3998420" y="7126196"/>
            <a:ext cx="102915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14EDD"/>
                </a:solidFill>
                <a:latin typeface="Tahoma"/>
                <a:ea typeface="Tahoma"/>
                <a:cs typeface="Tahoma"/>
                <a:sym typeface="Tahoma"/>
              </a:rPr>
              <a:t>IF YOU NEED ANY HELP DO NOT HESITATE TO ASK :)</a:t>
            </a:r>
            <a:endParaRPr b="0" i="0" sz="3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23" name="Google Shape;52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739" y="-9943"/>
            <a:ext cx="7515818" cy="309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09066" y="4102285"/>
            <a:ext cx="5378921" cy="618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529;g3873e7e24e9_0_1" title="CommandLineSolutio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7557" y="-14"/>
            <a:ext cx="7272888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"/>
          <p:cNvSpPr txBox="1"/>
          <p:nvPr>
            <p:ph type="title"/>
          </p:nvPr>
        </p:nvSpPr>
        <p:spPr>
          <a:xfrm>
            <a:off x="5608978" y="352559"/>
            <a:ext cx="7070090" cy="148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600"/>
              <a:t>EXERCISES</a:t>
            </a:r>
            <a:endParaRPr sz="9600"/>
          </a:p>
        </p:txBody>
      </p:sp>
      <p:pic>
        <p:nvPicPr>
          <p:cNvPr id="535" name="Google Shape;5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325713" y="8"/>
            <a:ext cx="7515817" cy="309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9"/>
          <p:cNvPicPr preferRelativeResize="0"/>
          <p:nvPr/>
        </p:nvPicPr>
        <p:blipFill rotWithShape="1">
          <a:blip r:embed="rId4">
            <a:alphaModFix/>
          </a:blip>
          <a:srcRect b="0" l="-13370" r="13370" t="0"/>
          <a:stretch/>
        </p:blipFill>
        <p:spPr>
          <a:xfrm>
            <a:off x="14012089" y="4102508"/>
            <a:ext cx="5378923" cy="618449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9"/>
          <p:cNvSpPr txBox="1"/>
          <p:nvPr>
            <p:ph idx="1" type="body"/>
          </p:nvPr>
        </p:nvSpPr>
        <p:spPr>
          <a:xfrm>
            <a:off x="2105275" y="2221050"/>
            <a:ext cx="6543300" cy="7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323850" lvl="0" marL="3708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Print path to your current dir</a:t>
            </a:r>
            <a:endParaRPr sz="2800"/>
          </a:p>
          <a:p>
            <a:pPr indent="-331470" lvl="0" marL="3708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Move to the Desktop dir</a:t>
            </a:r>
            <a:endParaRPr sz="2800"/>
          </a:p>
          <a:p>
            <a:pPr indent="-323850" lvl="0" marL="3708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Create dir InformaticsStudent</a:t>
            </a:r>
            <a:endParaRPr sz="2800"/>
          </a:p>
          <a:p>
            <a:pPr indent="-335280" lvl="0" marL="3708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Move into InformaticsStudent</a:t>
            </a:r>
            <a:endParaRPr sz="2800"/>
          </a:p>
          <a:p>
            <a:pPr indent="-327025" lvl="0" marL="370840" marR="681990" rtl="0" algn="l">
              <a:lnSpc>
                <a:spcPct val="14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Create dirs Year1, AT and file 	Me.txt</a:t>
            </a:r>
            <a:endParaRPr sz="2800"/>
          </a:p>
          <a:p>
            <a:pPr indent="-341630" lvl="0" marL="37084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Move into Year1</a:t>
            </a:r>
            <a:endParaRPr sz="2800"/>
          </a:p>
          <a:p>
            <a:pPr indent="-324485" lvl="0" marL="370840" marR="5080" rtl="0" algn="l">
              <a:lnSpc>
                <a:spcPct val="14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Create files for each Informatics 	course you are taking in Year1</a:t>
            </a:r>
            <a:endParaRPr sz="2800"/>
          </a:p>
          <a:p>
            <a:pPr indent="-345440" lvl="0" marL="370205" marR="2298065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Move back to 	InformaticsStudent</a:t>
            </a:r>
            <a:endParaRPr sz="2800"/>
          </a:p>
          <a:p>
            <a:pPr indent="-341630" lvl="0" marL="370840" marR="531495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/>
              <a:t>Move to AT and create dir for 	each floor of AT</a:t>
            </a:r>
            <a:endParaRPr sz="2800"/>
          </a:p>
        </p:txBody>
      </p:sp>
      <p:sp>
        <p:nvSpPr>
          <p:cNvPr id="538" name="Google Shape;538;p19"/>
          <p:cNvSpPr txBox="1"/>
          <p:nvPr/>
        </p:nvSpPr>
        <p:spPr>
          <a:xfrm>
            <a:off x="8570725" y="2299788"/>
            <a:ext cx="6733500" cy="7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30353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10. Move to Year 1, delete a file with a subject you liked the most and move the remaining file to InformaticsStudent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353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11. Move to AT and delete the folder corresponding to the floor we are on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353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12. Rename AT to AppletonTower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353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13. Write into Me.txt through the command line: "Hello I'm an Informatics Student and I'm proud of it! :)" (Hint: use nano)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353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14. Optional: Move to Desktop and delete InformaticsStudent</a:t>
            </a:r>
            <a:endParaRPr b="0" i="0" sz="2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g3f9475c780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2216" y="0"/>
            <a:ext cx="3645783" cy="6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g3f9475c7805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34683"/>
            <a:ext cx="3646461" cy="6852317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f9475c7805_0_0"/>
          <p:cNvSpPr txBox="1"/>
          <p:nvPr>
            <p:ph type="ctrTitle"/>
          </p:nvPr>
        </p:nvSpPr>
        <p:spPr>
          <a:xfrm>
            <a:off x="3816944" y="3307715"/>
            <a:ext cx="10046700" cy="32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5080" rtl="0" algn="ctr">
              <a:lnSpc>
                <a:spcPct val="1165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9600"/>
              <a:t>Extra Knowledge</a:t>
            </a:r>
            <a:endParaRPr sz="9600"/>
          </a:p>
        </p:txBody>
      </p:sp>
      <p:pic>
        <p:nvPicPr>
          <p:cNvPr id="546" name="Google Shape;546;g3f9475c780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739" y="-9943"/>
            <a:ext cx="7515817" cy="309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g3f9475c7805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09066" y="4102285"/>
            <a:ext cx="5378920" cy="6184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829e3d6160_0_89"/>
          <p:cNvSpPr txBox="1"/>
          <p:nvPr>
            <p:ph type="title"/>
          </p:nvPr>
        </p:nvSpPr>
        <p:spPr>
          <a:xfrm>
            <a:off x="786075" y="1796130"/>
            <a:ext cx="101097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Shell Scripts</a:t>
            </a:r>
            <a:endParaRPr/>
          </a:p>
        </p:txBody>
      </p:sp>
      <p:pic>
        <p:nvPicPr>
          <p:cNvPr id="553" name="Google Shape;553;g3829e3d6160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89850"/>
            <a:ext cx="3859275" cy="21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829e3d6160_0_89"/>
          <p:cNvSpPr txBox="1"/>
          <p:nvPr/>
        </p:nvSpPr>
        <p:spPr>
          <a:xfrm>
            <a:off x="927175" y="3778150"/>
            <a:ext cx="7530900" cy="55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put multiple lines of command into one file name with .sh to execute all of them in once!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may need the command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chmod +x script.sh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give the execution permission to your shell script.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g3829e3d6160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12" y="-9958"/>
            <a:ext cx="6605366" cy="2754703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829e3d6160_0_89"/>
          <p:cNvSpPr txBox="1"/>
          <p:nvPr/>
        </p:nvSpPr>
        <p:spPr>
          <a:xfrm>
            <a:off x="13247129" y="9017000"/>
            <a:ext cx="122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7" name="Google Shape;557;g3829e3d6160_0_89"/>
          <p:cNvSpPr txBox="1"/>
          <p:nvPr/>
        </p:nvSpPr>
        <p:spPr>
          <a:xfrm>
            <a:off x="16269935" y="9017000"/>
            <a:ext cx="689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8" name="Google Shape;558;g3829e3d6160_0_89" title="截屏2025-09-24 18.27.16.png"/>
          <p:cNvPicPr preferRelativeResize="0"/>
          <p:nvPr/>
        </p:nvPicPr>
        <p:blipFill rotWithShape="1">
          <a:blip r:embed="rId5">
            <a:alphaModFix/>
          </a:blip>
          <a:srcRect b="35848" l="0" r="38647" t="0"/>
          <a:stretch/>
        </p:blipFill>
        <p:spPr>
          <a:xfrm>
            <a:off x="7987725" y="1796126"/>
            <a:ext cx="10391875" cy="7056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829e3d6160_0_216"/>
          <p:cNvSpPr txBox="1"/>
          <p:nvPr>
            <p:ph type="title"/>
          </p:nvPr>
        </p:nvSpPr>
        <p:spPr>
          <a:xfrm>
            <a:off x="7780425" y="-117695"/>
            <a:ext cx="101097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22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Extra commands</a:t>
            </a:r>
            <a:endParaRPr/>
          </a:p>
        </p:txBody>
      </p:sp>
      <p:pic>
        <p:nvPicPr>
          <p:cNvPr id="564" name="Google Shape;564;g3829e3d6160_0_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089850"/>
            <a:ext cx="3859275" cy="21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829e3d6160_0_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812" y="-9958"/>
            <a:ext cx="6605366" cy="275470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829e3d6160_0_216"/>
          <p:cNvSpPr txBox="1"/>
          <p:nvPr/>
        </p:nvSpPr>
        <p:spPr>
          <a:xfrm>
            <a:off x="13247129" y="9017000"/>
            <a:ext cx="122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Folder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7" name="Google Shape;567;g3829e3d6160_0_216"/>
          <p:cNvSpPr txBox="1"/>
          <p:nvPr/>
        </p:nvSpPr>
        <p:spPr>
          <a:xfrm>
            <a:off x="16269935" y="9017000"/>
            <a:ext cx="689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File</a:t>
            </a:r>
            <a:endParaRPr b="0" i="0" sz="3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68" name="Google Shape;568;g3829e3d6160_0_216" title="bash-cheat-sheet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3725" y="1846850"/>
            <a:ext cx="11721725" cy="828724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3829e3d6160_0_216"/>
          <p:cNvSpPr txBox="1"/>
          <p:nvPr/>
        </p:nvSpPr>
        <p:spPr>
          <a:xfrm>
            <a:off x="136025" y="2831500"/>
            <a:ext cx="4067700" cy="55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commands are also useful to know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Char char="●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You can always find their usage on the internet 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443230" rtl="0" algn="l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275774ac70_0_118"/>
          <p:cNvSpPr txBox="1"/>
          <p:nvPr>
            <p:ph type="title"/>
          </p:nvPr>
        </p:nvSpPr>
        <p:spPr>
          <a:xfrm>
            <a:off x="1790425" y="1823250"/>
            <a:ext cx="14147700" cy="12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7800"/>
              <a:t>Thank you for coming!</a:t>
            </a:r>
            <a:endParaRPr sz="7800"/>
          </a:p>
        </p:txBody>
      </p:sp>
      <p:pic>
        <p:nvPicPr>
          <p:cNvPr id="575" name="Google Shape;575;g3275774ac70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513" y="8"/>
            <a:ext cx="7515817" cy="309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275774ac70_0_118"/>
          <p:cNvPicPr preferRelativeResize="0"/>
          <p:nvPr/>
        </p:nvPicPr>
        <p:blipFill rotWithShape="1">
          <a:blip r:embed="rId4">
            <a:alphaModFix/>
          </a:blip>
          <a:srcRect b="0" l="-13370" r="13370" t="0"/>
          <a:stretch/>
        </p:blipFill>
        <p:spPr>
          <a:xfrm>
            <a:off x="12936793" y="4102508"/>
            <a:ext cx="5378923" cy="618449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g3275774ac70_0_118"/>
          <p:cNvSpPr txBox="1"/>
          <p:nvPr>
            <p:ph type="title"/>
          </p:nvPr>
        </p:nvSpPr>
        <p:spPr>
          <a:xfrm>
            <a:off x="1942825" y="3350688"/>
            <a:ext cx="14147700" cy="29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4800"/>
              <a:t>Check out other upcoming InfPALS sessions:</a:t>
            </a:r>
            <a:endParaRPr b="0" sz="4800"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4800"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4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2025-01-20T09:55:27Z</dcterms:created>
  <dc:creator>Patrícia Mižúrová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2023-01-16T00:00:00Z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2023-01-16T00:00:00Z</vt:filetime>
  </property>
</Properties>
</file>